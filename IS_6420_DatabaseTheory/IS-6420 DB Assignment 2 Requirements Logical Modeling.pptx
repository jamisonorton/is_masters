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4" r:id="rId6"/>
    <p:sldId id="265" r:id="rId7"/>
    <p:sldId id="267" r:id="rId8"/>
    <p:sldId id="268" r:id="rId9"/>
    <p:sldId id="266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BD0A1-6627-4E55-9F28-84967BA616AE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6EA36-AB0C-4122-A37C-E7993A497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9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1E50-87C0-4934-B950-34A670E6B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3FD39-F807-3B03-A789-77B722731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EE18-BAFE-0560-0DBE-68201125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1BCC-DA30-40E8-9E63-A96769FA7987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911F2-9E52-B272-9540-203461B3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15E7-8C00-4D55-DCE3-E90DC9E9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8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DE1B-DCD6-BD42-9A73-DE7812C2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716D-F43A-EE79-F5DC-7D81503EA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C6094-C031-53C3-6660-EC8EDFEE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FF636-A3C9-4DB9-8121-05B8F9AA5DF5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31ACD-2A1F-C37B-248C-15E241B8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4A1EA-A471-DE7E-A781-2F89E2D2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8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89A1-46EA-B653-6C6F-344BE458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E8AB8-9DF6-1581-CB8E-BB1334187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F93C8-B8B1-35EB-2D70-D81603F0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71EA-C54C-4E2B-B601-0A7077C15FD8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F0A9D-B53F-F7B0-214E-81ABB157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6B3D-23C8-5D3F-ADBD-FA6BE4EF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0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BAD7-6A01-164E-8672-9929AA89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85EC-F62C-454D-ED21-04910028F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772A7-DD75-F3C3-02B9-31DECE1E5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DF05E-625D-749C-A16F-6537B781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5A28-C46A-4B57-B87F-81A6C71A1B0F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CE6BF-E932-590A-9509-4529924E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5ECE-6A21-5871-A45B-ACCA598C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1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C618-6D93-0FD6-7E7B-82ADD071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BC2E6-0DE3-F990-D2E9-D033038B5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0017B-C3C2-1E9C-599D-E04324BCF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2454F-431F-44C7-D5B7-781A0A626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5E5CC-4749-F777-C180-4A523CDE5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3A21D-A243-BA8B-0230-86402FA4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E979B-0A42-4374-A050-46ADFF502031}" type="datetime1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1E2EF-46FD-156F-FF19-ED15702B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759A07-331E-F5FF-1894-46DAFE24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5720-D1F5-37FA-1AA0-56E8B601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1E2AE-796B-FDB9-4A3C-733DEF613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2A90-C1AD-4588-BE93-4A852D6F2491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EBF44-54BB-671D-8DD2-EC6C8E15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DBCF0-886A-0FB7-66B2-57085C4E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4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51E6A-5C80-3C3C-6205-C04254A1B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0513-4819-46A9-9EB1-C5C110B5EC30}" type="datetime1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89BC3-7ECB-1E41-B905-A52D5512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46DBA-0EF9-6556-742B-85A35D92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7153-7BA7-6223-197B-9C806A463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E967-79E4-EA40-06A0-7DCD0C0EC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E52C7-ABF9-F614-F83F-184059FBA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A129-A615-9677-B062-659BD44A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BBB8-681B-44DD-B456-852C3CBDB7D7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E60CD-1D53-3E2A-E7DC-99C27E08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EB6F4-F6B9-44B1-41EC-111606AA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02AF-AC57-1220-A1D2-B0AC8733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439D0-DBB3-1BCE-8AC1-AE1E65A1C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75915-F248-6187-19E2-A4EBD69B9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78B31-EA33-9380-B8E2-9369FC08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EF1B5-F349-4DF5-ACC3-2536EB907F85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88B26-CCCC-3991-3539-4DE9D66F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CB723-CC3D-2005-AFD5-2831605D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5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A8D5-938D-4353-4ABD-3BB13A29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02A78-E58A-5820-B155-359357CAE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F1944-3F4D-967D-BC60-5037B488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A5E5C-7DF8-4EEA-A4B6-B8C559776D23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B47D-A3C3-B7CC-3B91-DE1F5B56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999C7-F895-9B2B-DB30-DD9823F1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DB79B-09B8-95BB-7D3E-CD47BA2DB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807A8-2D11-AEA5-C99B-37E2847ED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69435-0784-7438-6862-25BB85B3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F183-0550-4F1F-B187-D0D0EB69539E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CA64-2B8D-2705-250A-42DFC28C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8775F-C528-B963-07DD-0E62CFF0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E2D51-FAF5-0065-28BD-E1E8CF3D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D323A-CC99-7B19-F136-5AFEB7694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0C29-0EFD-2430-D315-67748C1D9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D6E96-4BDC-4517-8BF3-39A1FBE65FED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E7DA-EED0-D7F3-F354-40296D5C3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7125A-8613-B497-8B3A-16F0287EB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F9F0C-2AED-475C-89F4-444C2E918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8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DEE4-B169-D3D7-AE18-508C761417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2 – Logical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A6147-F6D6-9692-F325-7B326C2E5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Jamison Orton</a:t>
            </a:r>
          </a:p>
          <a:p>
            <a:r>
              <a:rPr lang="en-US" dirty="0"/>
              <a:t>February 7, 2026</a:t>
            </a:r>
          </a:p>
          <a:p>
            <a:r>
              <a:rPr lang="en-US" dirty="0"/>
              <a:t>U0802977</a:t>
            </a:r>
          </a:p>
          <a:p>
            <a:r>
              <a:rPr lang="en-US" dirty="0"/>
              <a:t>IS 6420: Database Theory and Design</a:t>
            </a:r>
          </a:p>
          <a:p>
            <a:r>
              <a:rPr lang="en-US" dirty="0"/>
              <a:t>Video Rental Database Logical Model</a:t>
            </a:r>
          </a:p>
        </p:txBody>
      </p:sp>
    </p:spTree>
    <p:extLst>
      <p:ext uri="{BB962C8B-B14F-4D97-AF65-F5344CB8AC3E}">
        <p14:creationId xmlns:p14="http://schemas.microsoft.com/office/powerpoint/2010/main" val="240656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CB60-FC4C-36E3-05EB-A8B35092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Task 1 – Process Normal Entity Types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F6744-DBBE-A75B-E928-78E897A98F08}"/>
              </a:ext>
            </a:extLst>
          </p:cNvPr>
          <p:cNvSpPr/>
          <p:nvPr/>
        </p:nvSpPr>
        <p:spPr>
          <a:xfrm>
            <a:off x="192505" y="1058779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8D5CF6-FEEA-FB19-DF4E-0540FBA03AD8}"/>
              </a:ext>
            </a:extLst>
          </p:cNvPr>
          <p:cNvSpPr/>
          <p:nvPr/>
        </p:nvSpPr>
        <p:spPr>
          <a:xfrm>
            <a:off x="192505" y="2491579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F573B0-F59B-0B4F-AF1C-29BFEE123E55}"/>
              </a:ext>
            </a:extLst>
          </p:cNvPr>
          <p:cNvSpPr/>
          <p:nvPr/>
        </p:nvSpPr>
        <p:spPr>
          <a:xfrm>
            <a:off x="192505" y="3924379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032178-8B67-5642-DF0D-18A7B7E8C8E5}"/>
              </a:ext>
            </a:extLst>
          </p:cNvPr>
          <p:cNvSpPr/>
          <p:nvPr/>
        </p:nvSpPr>
        <p:spPr>
          <a:xfrm>
            <a:off x="192505" y="5357179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53CF6-3D72-8D95-0AD1-E42D2B9BF61C}"/>
              </a:ext>
            </a:extLst>
          </p:cNvPr>
          <p:cNvSpPr txBox="1"/>
          <p:nvPr/>
        </p:nvSpPr>
        <p:spPr>
          <a:xfrm>
            <a:off x="336880" y="108929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49D0B-A655-1FC7-31C2-3364C6FF0684}"/>
              </a:ext>
            </a:extLst>
          </p:cNvPr>
          <p:cNvSpPr txBox="1"/>
          <p:nvPr/>
        </p:nvSpPr>
        <p:spPr>
          <a:xfrm>
            <a:off x="336883" y="253377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84824-A875-D525-BB68-023BE3055B36}"/>
              </a:ext>
            </a:extLst>
          </p:cNvPr>
          <p:cNvSpPr txBox="1"/>
          <p:nvPr/>
        </p:nvSpPr>
        <p:spPr>
          <a:xfrm>
            <a:off x="336880" y="393448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B1CA3F-E909-8293-16F7-1F0783B4E1BD}"/>
              </a:ext>
            </a:extLst>
          </p:cNvPr>
          <p:cNvSpPr txBox="1"/>
          <p:nvPr/>
        </p:nvSpPr>
        <p:spPr>
          <a:xfrm>
            <a:off x="336881" y="539937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Copy?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1B9274-BC38-25F6-3C73-C511551C0503}"/>
              </a:ext>
            </a:extLst>
          </p:cNvPr>
          <p:cNvSpPr/>
          <p:nvPr/>
        </p:nvSpPr>
        <p:spPr>
          <a:xfrm>
            <a:off x="336881" y="1458626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1D44F5-E22B-363C-C0D4-8E198F35F3C7}"/>
              </a:ext>
            </a:extLst>
          </p:cNvPr>
          <p:cNvSpPr/>
          <p:nvPr/>
        </p:nvSpPr>
        <p:spPr>
          <a:xfrm>
            <a:off x="4796600" y="1463679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C6F473-E0F9-D19F-B6CF-2478F0040606}"/>
              </a:ext>
            </a:extLst>
          </p:cNvPr>
          <p:cNvSpPr/>
          <p:nvPr/>
        </p:nvSpPr>
        <p:spPr>
          <a:xfrm>
            <a:off x="6400815" y="1463679"/>
            <a:ext cx="994587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772CAF-0D6F-3787-BB07-7CA61F1A1D83}"/>
              </a:ext>
            </a:extLst>
          </p:cNvPr>
          <p:cNvSpPr/>
          <p:nvPr/>
        </p:nvSpPr>
        <p:spPr>
          <a:xfrm>
            <a:off x="1764633" y="1453115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5CF6F3-4A9E-29FD-F9F5-B98A36178D9B}"/>
              </a:ext>
            </a:extLst>
          </p:cNvPr>
          <p:cNvSpPr/>
          <p:nvPr/>
        </p:nvSpPr>
        <p:spPr>
          <a:xfrm>
            <a:off x="3368848" y="1458626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FF8726-BE1E-81A7-C204-B1ACAC486355}"/>
              </a:ext>
            </a:extLst>
          </p:cNvPr>
          <p:cNvSpPr/>
          <p:nvPr/>
        </p:nvSpPr>
        <p:spPr>
          <a:xfrm>
            <a:off x="336881" y="4303816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5B985-BC06-9A18-ECE3-43F1F1DDC4D7}"/>
              </a:ext>
            </a:extLst>
          </p:cNvPr>
          <p:cNvSpPr/>
          <p:nvPr/>
        </p:nvSpPr>
        <p:spPr>
          <a:xfrm>
            <a:off x="4796600" y="4298305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F48D8E-5350-53E4-79D3-50E7A8DB3073}"/>
              </a:ext>
            </a:extLst>
          </p:cNvPr>
          <p:cNvSpPr/>
          <p:nvPr/>
        </p:nvSpPr>
        <p:spPr>
          <a:xfrm>
            <a:off x="1764633" y="4298305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2C41E4-02CF-6A4C-EE9A-B3504F274AA3}"/>
              </a:ext>
            </a:extLst>
          </p:cNvPr>
          <p:cNvSpPr/>
          <p:nvPr/>
        </p:nvSpPr>
        <p:spPr>
          <a:xfrm>
            <a:off x="3368848" y="4303816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309086-277F-2191-D981-139E42B81B4D}"/>
              </a:ext>
            </a:extLst>
          </p:cNvPr>
          <p:cNvSpPr/>
          <p:nvPr/>
        </p:nvSpPr>
        <p:spPr>
          <a:xfrm>
            <a:off x="6400815" y="4292794"/>
            <a:ext cx="1860869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Country_of_Birth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712AB4-C1C1-06CD-2550-228AC504BD3B}"/>
              </a:ext>
            </a:extLst>
          </p:cNvPr>
          <p:cNvSpPr/>
          <p:nvPr/>
        </p:nvSpPr>
        <p:spPr>
          <a:xfrm>
            <a:off x="336874" y="2892735"/>
            <a:ext cx="1556087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7DB3DB-01CA-DB85-B407-613C95E5A074}"/>
              </a:ext>
            </a:extLst>
          </p:cNvPr>
          <p:cNvSpPr/>
          <p:nvPr/>
        </p:nvSpPr>
        <p:spPr>
          <a:xfrm>
            <a:off x="1892968" y="2882363"/>
            <a:ext cx="689808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A86E8-04FD-7464-52DD-9615A2CD6DEB}"/>
              </a:ext>
            </a:extLst>
          </p:cNvPr>
          <p:cNvSpPr/>
          <p:nvPr/>
        </p:nvSpPr>
        <p:spPr>
          <a:xfrm>
            <a:off x="2566741" y="2882363"/>
            <a:ext cx="1042734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7A89B3-0420-D8A3-9237-BD8FF931A01D}"/>
              </a:ext>
            </a:extLst>
          </p:cNvPr>
          <p:cNvSpPr/>
          <p:nvPr/>
        </p:nvSpPr>
        <p:spPr>
          <a:xfrm>
            <a:off x="336880" y="5768706"/>
            <a:ext cx="1668383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Copy_Number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B615B7-63FB-9D97-D9DD-A21E4C817859}"/>
              </a:ext>
            </a:extLst>
          </p:cNvPr>
          <p:cNvSpPr/>
          <p:nvPr/>
        </p:nvSpPr>
        <p:spPr>
          <a:xfrm>
            <a:off x="2005264" y="5768706"/>
            <a:ext cx="115503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Condition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D50B7-D431-849E-D040-4B3B5FE6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2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2262-71CC-AC55-FF0C-CC31B9081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2 – Process weak Entity Types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7BF533-1BAA-4051-AADD-EEF841A0B7F3}"/>
              </a:ext>
            </a:extLst>
          </p:cNvPr>
          <p:cNvSpPr/>
          <p:nvPr/>
        </p:nvSpPr>
        <p:spPr>
          <a:xfrm>
            <a:off x="192503" y="882315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975642-4F54-96DE-C1F3-CF75C4C175DF}"/>
              </a:ext>
            </a:extLst>
          </p:cNvPr>
          <p:cNvSpPr txBox="1"/>
          <p:nvPr/>
        </p:nvSpPr>
        <p:spPr>
          <a:xfrm>
            <a:off x="336878" y="912830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B25E87-233B-1739-6769-8EFD5EC76BE1}"/>
              </a:ext>
            </a:extLst>
          </p:cNvPr>
          <p:cNvSpPr/>
          <p:nvPr/>
        </p:nvSpPr>
        <p:spPr>
          <a:xfrm>
            <a:off x="336879" y="1282162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53E912-39ED-8BF0-68D6-B3842B8BDD35}"/>
              </a:ext>
            </a:extLst>
          </p:cNvPr>
          <p:cNvSpPr/>
          <p:nvPr/>
        </p:nvSpPr>
        <p:spPr>
          <a:xfrm>
            <a:off x="4796598" y="1287215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1C8434-5B04-A2CC-56CA-F65E0C6E2D6F}"/>
              </a:ext>
            </a:extLst>
          </p:cNvPr>
          <p:cNvSpPr/>
          <p:nvPr/>
        </p:nvSpPr>
        <p:spPr>
          <a:xfrm>
            <a:off x="6400813" y="1287215"/>
            <a:ext cx="994587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Gender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2D6F55-7B8F-A00B-4CFD-C29C3727D96F}"/>
              </a:ext>
            </a:extLst>
          </p:cNvPr>
          <p:cNvSpPr/>
          <p:nvPr/>
        </p:nvSpPr>
        <p:spPr>
          <a:xfrm>
            <a:off x="1764631" y="1276651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FB8DD3-115A-BC6E-424C-257272C8A3BF}"/>
              </a:ext>
            </a:extLst>
          </p:cNvPr>
          <p:cNvSpPr/>
          <p:nvPr/>
        </p:nvSpPr>
        <p:spPr>
          <a:xfrm>
            <a:off x="3368846" y="1282162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7DB8E5-0FDA-5BDE-1AC2-5C985AA9B667}"/>
              </a:ext>
            </a:extLst>
          </p:cNvPr>
          <p:cNvSpPr/>
          <p:nvPr/>
        </p:nvSpPr>
        <p:spPr>
          <a:xfrm>
            <a:off x="192503" y="2299404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A7A360-C66E-3F52-FD47-D0B826C2C707}"/>
              </a:ext>
            </a:extLst>
          </p:cNvPr>
          <p:cNvSpPr txBox="1"/>
          <p:nvPr/>
        </p:nvSpPr>
        <p:spPr>
          <a:xfrm>
            <a:off x="336881" y="2341599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180C09-5109-7799-64F5-286414F9C086}"/>
              </a:ext>
            </a:extLst>
          </p:cNvPr>
          <p:cNvSpPr/>
          <p:nvPr/>
        </p:nvSpPr>
        <p:spPr>
          <a:xfrm>
            <a:off x="336872" y="2700560"/>
            <a:ext cx="1556087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AD3E4F-747F-F746-E0A1-A3BBE8F4271A}"/>
              </a:ext>
            </a:extLst>
          </p:cNvPr>
          <p:cNvSpPr/>
          <p:nvPr/>
        </p:nvSpPr>
        <p:spPr>
          <a:xfrm>
            <a:off x="1892966" y="2690188"/>
            <a:ext cx="689808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A45C0-8F11-5847-A4E0-1DF8FEB9562C}"/>
              </a:ext>
            </a:extLst>
          </p:cNvPr>
          <p:cNvSpPr/>
          <p:nvPr/>
        </p:nvSpPr>
        <p:spPr>
          <a:xfrm>
            <a:off x="2582773" y="2690188"/>
            <a:ext cx="1042736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8F272D-0413-240D-039F-29A572AEF728}"/>
              </a:ext>
            </a:extLst>
          </p:cNvPr>
          <p:cNvSpPr/>
          <p:nvPr/>
        </p:nvSpPr>
        <p:spPr>
          <a:xfrm>
            <a:off x="192503" y="3716493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8A99BB-CE9B-3630-9C7E-9634CAA0FC09}"/>
              </a:ext>
            </a:extLst>
          </p:cNvPr>
          <p:cNvSpPr txBox="1"/>
          <p:nvPr/>
        </p:nvSpPr>
        <p:spPr>
          <a:xfrm>
            <a:off x="336878" y="3726598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26C472-F44C-5713-46E9-4833077F8FD1}"/>
              </a:ext>
            </a:extLst>
          </p:cNvPr>
          <p:cNvSpPr/>
          <p:nvPr/>
        </p:nvSpPr>
        <p:spPr>
          <a:xfrm>
            <a:off x="336879" y="4095930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48981B-6620-6852-E3A5-70A1323F9428}"/>
              </a:ext>
            </a:extLst>
          </p:cNvPr>
          <p:cNvSpPr/>
          <p:nvPr/>
        </p:nvSpPr>
        <p:spPr>
          <a:xfrm>
            <a:off x="4796598" y="4090419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D0CAAD-6225-C80D-7FEA-030EE593365E}"/>
              </a:ext>
            </a:extLst>
          </p:cNvPr>
          <p:cNvSpPr/>
          <p:nvPr/>
        </p:nvSpPr>
        <p:spPr>
          <a:xfrm>
            <a:off x="1764631" y="4090419"/>
            <a:ext cx="1604215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3A2B86-C01E-22B0-AF9E-002173D75C63}"/>
              </a:ext>
            </a:extLst>
          </p:cNvPr>
          <p:cNvSpPr/>
          <p:nvPr/>
        </p:nvSpPr>
        <p:spPr>
          <a:xfrm>
            <a:off x="3368846" y="4095930"/>
            <a:ext cx="142775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762119-1144-6A90-1ACF-9F487B0E166E}"/>
              </a:ext>
            </a:extLst>
          </p:cNvPr>
          <p:cNvSpPr/>
          <p:nvPr/>
        </p:nvSpPr>
        <p:spPr>
          <a:xfrm>
            <a:off x="6400813" y="4084908"/>
            <a:ext cx="1860869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Country_of_Birth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F016C9-852B-208C-256F-2077AE73578C}"/>
              </a:ext>
            </a:extLst>
          </p:cNvPr>
          <p:cNvSpPr/>
          <p:nvPr/>
        </p:nvSpPr>
        <p:spPr>
          <a:xfrm>
            <a:off x="192503" y="5133582"/>
            <a:ext cx="11806990" cy="1325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3DBDFD-F788-2855-3429-E0B6C52E73A1}"/>
              </a:ext>
            </a:extLst>
          </p:cNvPr>
          <p:cNvSpPr txBox="1"/>
          <p:nvPr/>
        </p:nvSpPr>
        <p:spPr>
          <a:xfrm>
            <a:off x="336879" y="5175777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Copy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A05E65-8A58-6463-9133-BE27C0FF288F}"/>
              </a:ext>
            </a:extLst>
          </p:cNvPr>
          <p:cNvSpPr/>
          <p:nvPr/>
        </p:nvSpPr>
        <p:spPr>
          <a:xfrm>
            <a:off x="1491898" y="5545109"/>
            <a:ext cx="1668383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Copy_Number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5197BE-6F14-864D-1B83-C0C850874D05}"/>
              </a:ext>
            </a:extLst>
          </p:cNvPr>
          <p:cNvSpPr/>
          <p:nvPr/>
        </p:nvSpPr>
        <p:spPr>
          <a:xfrm>
            <a:off x="344883" y="5545109"/>
            <a:ext cx="1155032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Condition</a:t>
            </a:r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8C41ECA4-F0D8-154D-8D81-AFC82A2D175F}"/>
              </a:ext>
            </a:extLst>
          </p:cNvPr>
          <p:cNvSpPr/>
          <p:nvPr/>
        </p:nvSpPr>
        <p:spPr>
          <a:xfrm rot="16200000" flipV="1">
            <a:off x="3680583" y="4157956"/>
            <a:ext cx="355092" cy="4475742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7189C4-19A3-CEE1-1870-A7966EB7BACF}"/>
              </a:ext>
            </a:extLst>
          </p:cNvPr>
          <p:cNvSpPr txBox="1"/>
          <p:nvPr/>
        </p:nvSpPr>
        <p:spPr>
          <a:xfrm>
            <a:off x="2133606" y="6488668"/>
            <a:ext cx="24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D84E8673-A16B-B6DB-2359-518A5B23D69F}"/>
              </a:ext>
            </a:extLst>
          </p:cNvPr>
          <p:cNvCxnSpPr>
            <a:cxnSpLocks/>
            <a:stCxn id="17" idx="0"/>
            <a:endCxn id="33" idx="0"/>
          </p:cNvCxnSpPr>
          <p:nvPr/>
        </p:nvCxnSpPr>
        <p:spPr>
          <a:xfrm rot="16200000" flipV="1">
            <a:off x="2594590" y="2333469"/>
            <a:ext cx="2868245" cy="3581683"/>
          </a:xfrm>
          <a:prstGeom prst="curvedConnector3">
            <a:avLst>
              <a:gd name="adj1" fmla="val 111386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D01A8B7-3643-B356-D928-0AB677DC1C3C}"/>
              </a:ext>
            </a:extLst>
          </p:cNvPr>
          <p:cNvSpPr/>
          <p:nvPr/>
        </p:nvSpPr>
        <p:spPr>
          <a:xfrm>
            <a:off x="3160281" y="5558433"/>
            <a:ext cx="2045367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3F59D6-AA64-2E98-2A7E-36D88699C47A}"/>
              </a:ext>
            </a:extLst>
          </p:cNvPr>
          <p:cNvSpPr/>
          <p:nvPr/>
        </p:nvSpPr>
        <p:spPr>
          <a:xfrm>
            <a:off x="5205648" y="5558433"/>
            <a:ext cx="1227809" cy="658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DAB77AD-651F-6844-E476-1A1A20F9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3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B03B-D4C7-488C-1F9B-B52150C9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1460-0EBB-A076-B441-23226B69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3 – Process 1-to-m Relationship Types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0DE395-37B8-3F09-29E0-B1F44F4BB51A}"/>
              </a:ext>
            </a:extLst>
          </p:cNvPr>
          <p:cNvSpPr/>
          <p:nvPr/>
        </p:nvSpPr>
        <p:spPr>
          <a:xfrm>
            <a:off x="192505" y="1238898"/>
            <a:ext cx="11806990" cy="9042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AB598A-4ECD-B4FD-636C-D2372AD5786E}"/>
              </a:ext>
            </a:extLst>
          </p:cNvPr>
          <p:cNvSpPr txBox="1"/>
          <p:nvPr/>
        </p:nvSpPr>
        <p:spPr>
          <a:xfrm>
            <a:off x="336880" y="1269412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BB5D0E-ECDF-8C10-9270-F17A675B557F}"/>
              </a:ext>
            </a:extLst>
          </p:cNvPr>
          <p:cNvSpPr/>
          <p:nvPr/>
        </p:nvSpPr>
        <p:spPr>
          <a:xfrm>
            <a:off x="336881" y="1638744"/>
            <a:ext cx="1427752" cy="3532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B0829E-C382-1981-1738-223BC69FED50}"/>
              </a:ext>
            </a:extLst>
          </p:cNvPr>
          <p:cNvSpPr/>
          <p:nvPr/>
        </p:nvSpPr>
        <p:spPr>
          <a:xfrm>
            <a:off x="4796600" y="1643797"/>
            <a:ext cx="1604215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706874-D1D3-0B3A-AC0E-C54B7142E982}"/>
              </a:ext>
            </a:extLst>
          </p:cNvPr>
          <p:cNvSpPr/>
          <p:nvPr/>
        </p:nvSpPr>
        <p:spPr>
          <a:xfrm>
            <a:off x="6400805" y="1643797"/>
            <a:ext cx="994587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Gender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4CE972-E0F5-2B2F-D718-39398DD2C781}"/>
              </a:ext>
            </a:extLst>
          </p:cNvPr>
          <p:cNvSpPr/>
          <p:nvPr/>
        </p:nvSpPr>
        <p:spPr>
          <a:xfrm>
            <a:off x="1764633" y="1633233"/>
            <a:ext cx="1604215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F8027D-6801-B48F-A721-0FAD9EE20792}"/>
              </a:ext>
            </a:extLst>
          </p:cNvPr>
          <p:cNvSpPr/>
          <p:nvPr/>
        </p:nvSpPr>
        <p:spPr>
          <a:xfrm>
            <a:off x="3368848" y="1638744"/>
            <a:ext cx="1427752" cy="3532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617C29-8897-9B43-B36A-4A844B26C3EF}"/>
              </a:ext>
            </a:extLst>
          </p:cNvPr>
          <p:cNvSpPr/>
          <p:nvPr/>
        </p:nvSpPr>
        <p:spPr>
          <a:xfrm>
            <a:off x="192503" y="3293147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B49574-BFF3-252E-A038-66B69EE854D4}"/>
              </a:ext>
            </a:extLst>
          </p:cNvPr>
          <p:cNvSpPr txBox="1"/>
          <p:nvPr/>
        </p:nvSpPr>
        <p:spPr>
          <a:xfrm>
            <a:off x="336881" y="3335341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478041-CDB6-7E0B-0E43-4B535B61C2F3}"/>
              </a:ext>
            </a:extLst>
          </p:cNvPr>
          <p:cNvSpPr/>
          <p:nvPr/>
        </p:nvSpPr>
        <p:spPr>
          <a:xfrm>
            <a:off x="336872" y="3694302"/>
            <a:ext cx="1556087" cy="357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C7D981-89D1-3F1A-3270-C8EDC918AB3E}"/>
              </a:ext>
            </a:extLst>
          </p:cNvPr>
          <p:cNvSpPr/>
          <p:nvPr/>
        </p:nvSpPr>
        <p:spPr>
          <a:xfrm>
            <a:off x="1892966" y="3683930"/>
            <a:ext cx="689808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C88FC7-27C4-F4E5-8FBD-78811D51E018}"/>
              </a:ext>
            </a:extLst>
          </p:cNvPr>
          <p:cNvSpPr/>
          <p:nvPr/>
        </p:nvSpPr>
        <p:spPr>
          <a:xfrm>
            <a:off x="2569309" y="3691126"/>
            <a:ext cx="1042736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342534-1FC0-A128-5943-17B2DE8EBB1E}"/>
              </a:ext>
            </a:extLst>
          </p:cNvPr>
          <p:cNvSpPr/>
          <p:nvPr/>
        </p:nvSpPr>
        <p:spPr>
          <a:xfrm>
            <a:off x="192505" y="4357634"/>
            <a:ext cx="11806990" cy="8724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DD77C1-022F-711F-D469-675C1F542604}"/>
              </a:ext>
            </a:extLst>
          </p:cNvPr>
          <p:cNvSpPr txBox="1"/>
          <p:nvPr/>
        </p:nvSpPr>
        <p:spPr>
          <a:xfrm>
            <a:off x="336880" y="4367739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D08006-5576-D595-C7AF-744FFA1234BF}"/>
              </a:ext>
            </a:extLst>
          </p:cNvPr>
          <p:cNvSpPr/>
          <p:nvPr/>
        </p:nvSpPr>
        <p:spPr>
          <a:xfrm>
            <a:off x="336881" y="4737071"/>
            <a:ext cx="1427752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CEE375-8FC9-73B4-D0FE-FE3F5CBF5965}"/>
              </a:ext>
            </a:extLst>
          </p:cNvPr>
          <p:cNvSpPr/>
          <p:nvPr/>
        </p:nvSpPr>
        <p:spPr>
          <a:xfrm>
            <a:off x="4796600" y="4731560"/>
            <a:ext cx="1604215" cy="3739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505618-0F98-79B1-1546-DD33A4A60ABF}"/>
              </a:ext>
            </a:extLst>
          </p:cNvPr>
          <p:cNvSpPr/>
          <p:nvPr/>
        </p:nvSpPr>
        <p:spPr>
          <a:xfrm>
            <a:off x="1764633" y="4731560"/>
            <a:ext cx="1604215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72876B-64FB-4DD7-8562-757416273706}"/>
              </a:ext>
            </a:extLst>
          </p:cNvPr>
          <p:cNvSpPr/>
          <p:nvPr/>
        </p:nvSpPr>
        <p:spPr>
          <a:xfrm>
            <a:off x="3368848" y="4737071"/>
            <a:ext cx="1427752" cy="358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86E887-ADB7-891C-DA4A-A5F2BE5FDDFA}"/>
              </a:ext>
            </a:extLst>
          </p:cNvPr>
          <p:cNvSpPr/>
          <p:nvPr/>
        </p:nvSpPr>
        <p:spPr>
          <a:xfrm>
            <a:off x="6400805" y="4731560"/>
            <a:ext cx="1860869" cy="379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Country_of_Birth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5CAB45-4363-FFBB-F393-63B6C85A7B73}"/>
              </a:ext>
            </a:extLst>
          </p:cNvPr>
          <p:cNvSpPr/>
          <p:nvPr/>
        </p:nvSpPr>
        <p:spPr>
          <a:xfrm>
            <a:off x="192503" y="5338480"/>
            <a:ext cx="11806990" cy="8857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927780-83AC-D94F-4374-970054EDD2E4}"/>
              </a:ext>
            </a:extLst>
          </p:cNvPr>
          <p:cNvSpPr txBox="1"/>
          <p:nvPr/>
        </p:nvSpPr>
        <p:spPr>
          <a:xfrm>
            <a:off x="336879" y="538067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Copy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5B3AAD-E5D0-D7E2-3B3A-BDB9400506A3}"/>
              </a:ext>
            </a:extLst>
          </p:cNvPr>
          <p:cNvSpPr/>
          <p:nvPr/>
        </p:nvSpPr>
        <p:spPr>
          <a:xfrm>
            <a:off x="1507954" y="5732255"/>
            <a:ext cx="1668383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Copy_Number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915C65-9AC8-BA33-D00F-88191700E84A}"/>
              </a:ext>
            </a:extLst>
          </p:cNvPr>
          <p:cNvSpPr/>
          <p:nvPr/>
        </p:nvSpPr>
        <p:spPr>
          <a:xfrm>
            <a:off x="304794" y="5710829"/>
            <a:ext cx="1155032" cy="369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Condition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D8E7F38-3ABA-8B70-6080-1A0BA0937FCB}"/>
              </a:ext>
            </a:extLst>
          </p:cNvPr>
          <p:cNvSpPr/>
          <p:nvPr/>
        </p:nvSpPr>
        <p:spPr>
          <a:xfrm>
            <a:off x="192505" y="2273439"/>
            <a:ext cx="11806990" cy="9042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CA6AF6-C687-907C-D695-27ECF91FA014}"/>
              </a:ext>
            </a:extLst>
          </p:cNvPr>
          <p:cNvSpPr txBox="1"/>
          <p:nvPr/>
        </p:nvSpPr>
        <p:spPr>
          <a:xfrm>
            <a:off x="272715" y="2273000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Film_Actor</a:t>
            </a:r>
            <a:endParaRPr lang="en-US" b="1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D8635E3-578A-BF4D-63FC-90AB225C25BA}"/>
              </a:ext>
            </a:extLst>
          </p:cNvPr>
          <p:cNvSpPr/>
          <p:nvPr/>
        </p:nvSpPr>
        <p:spPr>
          <a:xfrm>
            <a:off x="336872" y="2644629"/>
            <a:ext cx="994587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Role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5960B397-82DC-8AE8-7F43-EB2CDD329205}"/>
              </a:ext>
            </a:extLst>
          </p:cNvPr>
          <p:cNvSpPr/>
          <p:nvPr/>
        </p:nvSpPr>
        <p:spPr>
          <a:xfrm rot="16200000" flipV="1">
            <a:off x="4153268" y="3680772"/>
            <a:ext cx="317240" cy="5222850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3EAAE-B38C-29B5-FDBD-4A3E54D4A830}"/>
              </a:ext>
            </a:extLst>
          </p:cNvPr>
          <p:cNvSpPr txBox="1"/>
          <p:nvPr/>
        </p:nvSpPr>
        <p:spPr>
          <a:xfrm>
            <a:off x="2847484" y="6391189"/>
            <a:ext cx="24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49D8A-8166-F5AB-0DFE-46E1E4ADB544}"/>
              </a:ext>
            </a:extLst>
          </p:cNvPr>
          <p:cNvSpPr/>
          <p:nvPr/>
        </p:nvSpPr>
        <p:spPr>
          <a:xfrm>
            <a:off x="3176337" y="5729905"/>
            <a:ext cx="206426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74797-F5A4-AD9C-321E-0A55A87F4472}"/>
              </a:ext>
            </a:extLst>
          </p:cNvPr>
          <p:cNvSpPr/>
          <p:nvPr/>
        </p:nvSpPr>
        <p:spPr>
          <a:xfrm>
            <a:off x="5240606" y="5732255"/>
            <a:ext cx="206426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B5804DE-A000-7FA8-1777-AC10B272444E}"/>
              </a:ext>
            </a:extLst>
          </p:cNvPr>
          <p:cNvCxnSpPr>
            <a:endCxn id="33" idx="0"/>
          </p:cNvCxnSpPr>
          <p:nvPr/>
        </p:nvCxnSpPr>
        <p:spPr>
          <a:xfrm rot="10800000">
            <a:off x="2237871" y="3683931"/>
            <a:ext cx="5067005" cy="2230641"/>
          </a:xfrm>
          <a:prstGeom prst="curvedConnector4">
            <a:avLst>
              <a:gd name="adj1" fmla="val -10441"/>
              <a:gd name="adj2" fmla="val 140993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9FFD4EA-38B8-AB83-0865-92E5935CE83D}"/>
              </a:ext>
            </a:extLst>
          </p:cNvPr>
          <p:cNvSpPr/>
          <p:nvPr/>
        </p:nvSpPr>
        <p:spPr>
          <a:xfrm>
            <a:off x="3612045" y="3691126"/>
            <a:ext cx="2249912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Director_First_Name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8A4ED8-9F87-9568-3668-25EE00552485}"/>
              </a:ext>
            </a:extLst>
          </p:cNvPr>
          <p:cNvSpPr/>
          <p:nvPr/>
        </p:nvSpPr>
        <p:spPr>
          <a:xfrm>
            <a:off x="5861956" y="3698321"/>
            <a:ext cx="2485655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Director_Middle_Name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B70B9A-1CD7-BBA0-A1EE-AE4924C98760}"/>
              </a:ext>
            </a:extLst>
          </p:cNvPr>
          <p:cNvSpPr/>
          <p:nvPr/>
        </p:nvSpPr>
        <p:spPr>
          <a:xfrm>
            <a:off x="8349891" y="3683930"/>
            <a:ext cx="2245896" cy="3872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Director_Last_Name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4A354B-7696-D102-1C1B-F297E12CD42E}"/>
              </a:ext>
            </a:extLst>
          </p:cNvPr>
          <p:cNvSpPr/>
          <p:nvPr/>
        </p:nvSpPr>
        <p:spPr>
          <a:xfrm>
            <a:off x="10595787" y="3691127"/>
            <a:ext cx="1581865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Director_DOB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EFC1EB07-5931-39DB-2862-BD30748F6EE3}"/>
              </a:ext>
            </a:extLst>
          </p:cNvPr>
          <p:cNvSpPr/>
          <p:nvPr/>
        </p:nvSpPr>
        <p:spPr>
          <a:xfrm rot="16200000" flipV="1">
            <a:off x="3158662" y="2594318"/>
            <a:ext cx="317240" cy="5222850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2336F4-497B-05AD-5B70-2911184F5CF9}"/>
              </a:ext>
            </a:extLst>
          </p:cNvPr>
          <p:cNvSpPr txBox="1"/>
          <p:nvPr/>
        </p:nvSpPr>
        <p:spPr>
          <a:xfrm>
            <a:off x="2035619" y="5254413"/>
            <a:ext cx="24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8E43717-AAA5-EE08-DE02-6B3F4206264D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rot="5400000">
            <a:off x="3318516" y="3313075"/>
            <a:ext cx="666710" cy="2170260"/>
          </a:xfrm>
          <a:prstGeom prst="curvedConnector3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5C97EA10-000A-A0D7-152A-441B0CF2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904F-711A-87C4-E9CF-0EB46479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8C89-BD18-E7C9-2631-CFFA63DE3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4 – Process m-to-m Relationship Types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8C9CE4-15D3-2105-69C4-233E7F070178}"/>
              </a:ext>
            </a:extLst>
          </p:cNvPr>
          <p:cNvSpPr/>
          <p:nvPr/>
        </p:nvSpPr>
        <p:spPr>
          <a:xfrm>
            <a:off x="192505" y="1238898"/>
            <a:ext cx="11806990" cy="9042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924221-1C84-156C-E8D4-3C81D5FA62A2}"/>
              </a:ext>
            </a:extLst>
          </p:cNvPr>
          <p:cNvSpPr txBox="1"/>
          <p:nvPr/>
        </p:nvSpPr>
        <p:spPr>
          <a:xfrm>
            <a:off x="336880" y="1269412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8E8795-0674-5F7D-21D7-A2B6A1C03DF2}"/>
              </a:ext>
            </a:extLst>
          </p:cNvPr>
          <p:cNvSpPr/>
          <p:nvPr/>
        </p:nvSpPr>
        <p:spPr>
          <a:xfrm>
            <a:off x="336881" y="1638744"/>
            <a:ext cx="1427752" cy="3532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6AC844-3B04-B6AD-EFA3-E186E3ADA8E7}"/>
              </a:ext>
            </a:extLst>
          </p:cNvPr>
          <p:cNvSpPr/>
          <p:nvPr/>
        </p:nvSpPr>
        <p:spPr>
          <a:xfrm>
            <a:off x="4796600" y="1643797"/>
            <a:ext cx="1604215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35D27-7DF0-61F7-38E6-486A2BA9679A}"/>
              </a:ext>
            </a:extLst>
          </p:cNvPr>
          <p:cNvSpPr/>
          <p:nvPr/>
        </p:nvSpPr>
        <p:spPr>
          <a:xfrm>
            <a:off x="6400805" y="1643797"/>
            <a:ext cx="994587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Gender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24E650-EF59-BD45-3F87-8B1C36B048E3}"/>
              </a:ext>
            </a:extLst>
          </p:cNvPr>
          <p:cNvSpPr/>
          <p:nvPr/>
        </p:nvSpPr>
        <p:spPr>
          <a:xfrm>
            <a:off x="1764633" y="1633233"/>
            <a:ext cx="1604215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384CD8-7321-3DF0-033F-CFDCE69EE6AB}"/>
              </a:ext>
            </a:extLst>
          </p:cNvPr>
          <p:cNvSpPr/>
          <p:nvPr/>
        </p:nvSpPr>
        <p:spPr>
          <a:xfrm>
            <a:off x="3368848" y="1638744"/>
            <a:ext cx="1427752" cy="3532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3C418E-A86B-D95D-0F6A-4AEC8F2F2CE5}"/>
              </a:ext>
            </a:extLst>
          </p:cNvPr>
          <p:cNvSpPr/>
          <p:nvPr/>
        </p:nvSpPr>
        <p:spPr>
          <a:xfrm>
            <a:off x="192503" y="3293147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5FE13F-24F4-A0D5-EB7D-3B5DACD8ECDB}"/>
              </a:ext>
            </a:extLst>
          </p:cNvPr>
          <p:cNvSpPr txBox="1"/>
          <p:nvPr/>
        </p:nvSpPr>
        <p:spPr>
          <a:xfrm>
            <a:off x="336881" y="3335341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D77736-EFEF-252D-CD69-96C4AB7A5630}"/>
              </a:ext>
            </a:extLst>
          </p:cNvPr>
          <p:cNvSpPr/>
          <p:nvPr/>
        </p:nvSpPr>
        <p:spPr>
          <a:xfrm>
            <a:off x="336872" y="3694302"/>
            <a:ext cx="1556087" cy="357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C51B58-EEE1-B3F9-48F0-77AEB4BE018E}"/>
              </a:ext>
            </a:extLst>
          </p:cNvPr>
          <p:cNvSpPr/>
          <p:nvPr/>
        </p:nvSpPr>
        <p:spPr>
          <a:xfrm>
            <a:off x="1892966" y="3683930"/>
            <a:ext cx="689808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CD7164-13ED-DDEB-398A-AF10D113E4D0}"/>
              </a:ext>
            </a:extLst>
          </p:cNvPr>
          <p:cNvSpPr/>
          <p:nvPr/>
        </p:nvSpPr>
        <p:spPr>
          <a:xfrm>
            <a:off x="2569309" y="3691126"/>
            <a:ext cx="1042736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0F6537-3169-2844-B6FD-ACA9689C73C0}"/>
              </a:ext>
            </a:extLst>
          </p:cNvPr>
          <p:cNvSpPr/>
          <p:nvPr/>
        </p:nvSpPr>
        <p:spPr>
          <a:xfrm>
            <a:off x="192505" y="4357634"/>
            <a:ext cx="11806990" cy="8724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42F644-BB64-4BBF-E3B7-90D1A502CC00}"/>
              </a:ext>
            </a:extLst>
          </p:cNvPr>
          <p:cNvSpPr txBox="1"/>
          <p:nvPr/>
        </p:nvSpPr>
        <p:spPr>
          <a:xfrm>
            <a:off x="336880" y="4367739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1E8A9B-3317-B5F5-E8D7-3B17FEDF4640}"/>
              </a:ext>
            </a:extLst>
          </p:cNvPr>
          <p:cNvSpPr/>
          <p:nvPr/>
        </p:nvSpPr>
        <p:spPr>
          <a:xfrm>
            <a:off x="336881" y="4737071"/>
            <a:ext cx="1427752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7DD983-F7F5-FFC8-EFD8-259B8765BF33}"/>
              </a:ext>
            </a:extLst>
          </p:cNvPr>
          <p:cNvSpPr/>
          <p:nvPr/>
        </p:nvSpPr>
        <p:spPr>
          <a:xfrm>
            <a:off x="4796600" y="4731560"/>
            <a:ext cx="1604215" cy="3739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C2EBE3-4C8E-B0BE-BB5D-B6C14C623E7D}"/>
              </a:ext>
            </a:extLst>
          </p:cNvPr>
          <p:cNvSpPr/>
          <p:nvPr/>
        </p:nvSpPr>
        <p:spPr>
          <a:xfrm>
            <a:off x="1764633" y="4731560"/>
            <a:ext cx="1604215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B3055E-A098-1130-2E5A-B47758990976}"/>
              </a:ext>
            </a:extLst>
          </p:cNvPr>
          <p:cNvSpPr/>
          <p:nvPr/>
        </p:nvSpPr>
        <p:spPr>
          <a:xfrm>
            <a:off x="3368848" y="4737071"/>
            <a:ext cx="1427752" cy="358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15E115-39E7-05B4-6DF2-D7856E12FC8D}"/>
              </a:ext>
            </a:extLst>
          </p:cNvPr>
          <p:cNvSpPr/>
          <p:nvPr/>
        </p:nvSpPr>
        <p:spPr>
          <a:xfrm>
            <a:off x="6400805" y="4731560"/>
            <a:ext cx="1860869" cy="379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Country_of_Birth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A3D595-F9E8-A1CC-1E68-A9321977CEE4}"/>
              </a:ext>
            </a:extLst>
          </p:cNvPr>
          <p:cNvSpPr/>
          <p:nvPr/>
        </p:nvSpPr>
        <p:spPr>
          <a:xfrm>
            <a:off x="192503" y="5338480"/>
            <a:ext cx="11806990" cy="8857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6B8914-104E-2547-0780-04993C8930BB}"/>
              </a:ext>
            </a:extLst>
          </p:cNvPr>
          <p:cNvSpPr txBox="1"/>
          <p:nvPr/>
        </p:nvSpPr>
        <p:spPr>
          <a:xfrm>
            <a:off x="336879" y="538067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Copy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BB24E1C-9A1A-0324-BB9B-5CA668D02594}"/>
              </a:ext>
            </a:extLst>
          </p:cNvPr>
          <p:cNvSpPr/>
          <p:nvPr/>
        </p:nvSpPr>
        <p:spPr>
          <a:xfrm>
            <a:off x="1507954" y="5732255"/>
            <a:ext cx="1668383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Copy_Number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3C0D62-073F-BD8F-FAA8-C338399B7C4D}"/>
              </a:ext>
            </a:extLst>
          </p:cNvPr>
          <p:cNvSpPr/>
          <p:nvPr/>
        </p:nvSpPr>
        <p:spPr>
          <a:xfrm>
            <a:off x="304794" y="5710829"/>
            <a:ext cx="1155032" cy="369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Condition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F2CE0AE-D82F-E586-9DA8-355CAFA1B39D}"/>
              </a:ext>
            </a:extLst>
          </p:cNvPr>
          <p:cNvSpPr/>
          <p:nvPr/>
        </p:nvSpPr>
        <p:spPr>
          <a:xfrm>
            <a:off x="192505" y="2273439"/>
            <a:ext cx="11806990" cy="9042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627985-80B0-403B-BEF5-779F22C258EF}"/>
              </a:ext>
            </a:extLst>
          </p:cNvPr>
          <p:cNvSpPr txBox="1"/>
          <p:nvPr/>
        </p:nvSpPr>
        <p:spPr>
          <a:xfrm>
            <a:off x="272715" y="2273000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Film_Actor</a:t>
            </a:r>
            <a:endParaRPr lang="en-US" b="1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AA1B22-2C63-595D-9FEA-96DC025607E5}"/>
              </a:ext>
            </a:extLst>
          </p:cNvPr>
          <p:cNvSpPr/>
          <p:nvPr/>
        </p:nvSpPr>
        <p:spPr>
          <a:xfrm>
            <a:off x="336872" y="2644629"/>
            <a:ext cx="994587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Role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CCD2E78-7D7C-F614-12E1-CAC5DFAF6E5B}"/>
              </a:ext>
            </a:extLst>
          </p:cNvPr>
          <p:cNvSpPr/>
          <p:nvPr/>
        </p:nvSpPr>
        <p:spPr>
          <a:xfrm rot="16200000" flipV="1">
            <a:off x="4153268" y="3680772"/>
            <a:ext cx="317240" cy="5222850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C6BD5-A6CF-405B-5906-43206DC3E266}"/>
              </a:ext>
            </a:extLst>
          </p:cNvPr>
          <p:cNvSpPr txBox="1"/>
          <p:nvPr/>
        </p:nvSpPr>
        <p:spPr>
          <a:xfrm>
            <a:off x="2847484" y="6391189"/>
            <a:ext cx="24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0F71F5-8CD9-EC03-5D0A-064F69BF0CC9}"/>
              </a:ext>
            </a:extLst>
          </p:cNvPr>
          <p:cNvSpPr/>
          <p:nvPr/>
        </p:nvSpPr>
        <p:spPr>
          <a:xfrm>
            <a:off x="3176337" y="5729905"/>
            <a:ext cx="206426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E87490-5515-87A4-0AB1-B2A648AC0329}"/>
              </a:ext>
            </a:extLst>
          </p:cNvPr>
          <p:cNvSpPr/>
          <p:nvPr/>
        </p:nvSpPr>
        <p:spPr>
          <a:xfrm>
            <a:off x="5240606" y="5732255"/>
            <a:ext cx="206426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3C42FF01-BBAA-3439-C1BE-1F6A59A939B9}"/>
              </a:ext>
            </a:extLst>
          </p:cNvPr>
          <p:cNvCxnSpPr>
            <a:endCxn id="33" idx="0"/>
          </p:cNvCxnSpPr>
          <p:nvPr/>
        </p:nvCxnSpPr>
        <p:spPr>
          <a:xfrm rot="10800000">
            <a:off x="2237871" y="3683931"/>
            <a:ext cx="5067005" cy="2230641"/>
          </a:xfrm>
          <a:prstGeom prst="curvedConnector4">
            <a:avLst>
              <a:gd name="adj1" fmla="val -7218"/>
              <a:gd name="adj2" fmla="val 113909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617B4AA-3EC3-6F77-2DDF-797D9D95BBDA}"/>
              </a:ext>
            </a:extLst>
          </p:cNvPr>
          <p:cNvSpPr/>
          <p:nvPr/>
        </p:nvSpPr>
        <p:spPr>
          <a:xfrm>
            <a:off x="3612045" y="3691126"/>
            <a:ext cx="2249912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Director_First_Name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7CCDEF-A85B-C046-21C9-0D966056BBE4}"/>
              </a:ext>
            </a:extLst>
          </p:cNvPr>
          <p:cNvSpPr/>
          <p:nvPr/>
        </p:nvSpPr>
        <p:spPr>
          <a:xfrm>
            <a:off x="5861956" y="3698321"/>
            <a:ext cx="2485655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Director_Middle_Name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7ABF33-73E8-C261-8026-DB53FE50DDEA}"/>
              </a:ext>
            </a:extLst>
          </p:cNvPr>
          <p:cNvSpPr/>
          <p:nvPr/>
        </p:nvSpPr>
        <p:spPr>
          <a:xfrm>
            <a:off x="8349891" y="3683930"/>
            <a:ext cx="2245896" cy="3872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Director_Last_Name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C8B16B-5848-B2E9-CD25-9C62EDFC16FE}"/>
              </a:ext>
            </a:extLst>
          </p:cNvPr>
          <p:cNvSpPr/>
          <p:nvPr/>
        </p:nvSpPr>
        <p:spPr>
          <a:xfrm>
            <a:off x="10595787" y="3691127"/>
            <a:ext cx="1581865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Director_DOB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2AD600B4-7CD0-0FC1-5E9E-7E232E8F85D2}"/>
              </a:ext>
            </a:extLst>
          </p:cNvPr>
          <p:cNvSpPr/>
          <p:nvPr/>
        </p:nvSpPr>
        <p:spPr>
          <a:xfrm rot="16200000" flipV="1">
            <a:off x="5672072" y="-827317"/>
            <a:ext cx="160020" cy="8188093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2A8EE1-2E20-DB3A-BA7D-349C0B997A89}"/>
              </a:ext>
            </a:extLst>
          </p:cNvPr>
          <p:cNvSpPr txBox="1"/>
          <p:nvPr/>
        </p:nvSpPr>
        <p:spPr>
          <a:xfrm>
            <a:off x="2035619" y="5254413"/>
            <a:ext cx="24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B06F8E2A-CDE0-0EE0-0D27-DEC59201807E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rot="5400000">
            <a:off x="3318516" y="3313075"/>
            <a:ext cx="666710" cy="2170260"/>
          </a:xfrm>
          <a:prstGeom prst="curvedConnector3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9106707-81DF-6FCC-8219-089AE85852AD}"/>
              </a:ext>
            </a:extLst>
          </p:cNvPr>
          <p:cNvSpPr/>
          <p:nvPr/>
        </p:nvSpPr>
        <p:spPr>
          <a:xfrm>
            <a:off x="1331459" y="2639575"/>
            <a:ext cx="1427752" cy="4977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Actor_First_Name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B1E4B-268D-D221-2C18-B8F658013B32}"/>
              </a:ext>
            </a:extLst>
          </p:cNvPr>
          <p:cNvSpPr/>
          <p:nvPr/>
        </p:nvSpPr>
        <p:spPr>
          <a:xfrm>
            <a:off x="5791178" y="2644627"/>
            <a:ext cx="1604215" cy="5071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Actor_ </a:t>
            </a:r>
            <a:r>
              <a:rPr lang="en-US" u="sng" dirty="0" err="1">
                <a:solidFill>
                  <a:schemeClr val="tx1"/>
                </a:solidFill>
              </a:rPr>
              <a:t>Date_of_Birth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5BDD7-A2BC-23D0-D02C-8917C3F044D9}"/>
              </a:ext>
            </a:extLst>
          </p:cNvPr>
          <p:cNvSpPr/>
          <p:nvPr/>
        </p:nvSpPr>
        <p:spPr>
          <a:xfrm>
            <a:off x="2759211" y="2634064"/>
            <a:ext cx="1604215" cy="5033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Actor_ Middle_Name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F5BE1-2930-03CE-06D0-E0072C1B1424}"/>
              </a:ext>
            </a:extLst>
          </p:cNvPr>
          <p:cNvSpPr/>
          <p:nvPr/>
        </p:nvSpPr>
        <p:spPr>
          <a:xfrm>
            <a:off x="4363426" y="2639575"/>
            <a:ext cx="1427752" cy="4977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Actor_ </a:t>
            </a:r>
            <a:r>
              <a:rPr lang="en-US" u="sng" dirty="0" err="1">
                <a:solidFill>
                  <a:schemeClr val="tx1"/>
                </a:solidFill>
              </a:rPr>
              <a:t>Last_Name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F59A9-44E9-B40A-3906-BB1D38863600}"/>
              </a:ext>
            </a:extLst>
          </p:cNvPr>
          <p:cNvSpPr/>
          <p:nvPr/>
        </p:nvSpPr>
        <p:spPr>
          <a:xfrm>
            <a:off x="7395392" y="2639579"/>
            <a:ext cx="1556087" cy="526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A5F078-8E09-4B02-0D09-36A294453CB0}"/>
              </a:ext>
            </a:extLst>
          </p:cNvPr>
          <p:cNvSpPr/>
          <p:nvPr/>
        </p:nvSpPr>
        <p:spPr>
          <a:xfrm>
            <a:off x="8951485" y="2629206"/>
            <a:ext cx="1010613" cy="536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Film_ Title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2CC9C7B-9E51-649B-0343-F2E9EA1C96E1}"/>
              </a:ext>
            </a:extLst>
          </p:cNvPr>
          <p:cNvSpPr/>
          <p:nvPr/>
        </p:nvSpPr>
        <p:spPr>
          <a:xfrm rot="16200000" flipV="1">
            <a:off x="3325953" y="2632645"/>
            <a:ext cx="317240" cy="5222850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0A5BE7-4398-9291-96EC-C0905F9D64D4}"/>
              </a:ext>
            </a:extLst>
          </p:cNvPr>
          <p:cNvSpPr txBox="1"/>
          <p:nvPr/>
        </p:nvSpPr>
        <p:spPr>
          <a:xfrm>
            <a:off x="4555938" y="3250304"/>
            <a:ext cx="247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Composite primary key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B83DD8-BA7D-8866-DC7D-E9B376AE584C}"/>
              </a:ext>
            </a:extLst>
          </p:cNvPr>
          <p:cNvSpPr txBox="1"/>
          <p:nvPr/>
        </p:nvSpPr>
        <p:spPr>
          <a:xfrm>
            <a:off x="1658034" y="2273000"/>
            <a:ext cx="536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E5606B-7058-D3D3-DC0F-D80BA88356C7}"/>
              </a:ext>
            </a:extLst>
          </p:cNvPr>
          <p:cNvSpPr txBox="1"/>
          <p:nvPr/>
        </p:nvSpPr>
        <p:spPr>
          <a:xfrm>
            <a:off x="7523726" y="2332366"/>
            <a:ext cx="232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80FF6F62-EE0C-3D23-16E2-B4384294FFB1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V="1">
            <a:off x="1493094" y="2086683"/>
            <a:ext cx="814064" cy="270986"/>
          </a:xfrm>
          <a:prstGeom prst="curvedConnector4">
            <a:avLst>
              <a:gd name="adj1" fmla="val 38827"/>
              <a:gd name="adj2" fmla="val 184359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385DBB3F-3C10-DB5D-9190-8E0FF644AC89}"/>
              </a:ext>
            </a:extLst>
          </p:cNvPr>
          <p:cNvCxnSpPr>
            <a:stCxn id="9" idx="2"/>
            <a:endCxn id="32" idx="2"/>
          </p:cNvCxnSpPr>
          <p:nvPr/>
        </p:nvCxnSpPr>
        <p:spPr>
          <a:xfrm rot="5400000">
            <a:off x="4201599" y="79465"/>
            <a:ext cx="885155" cy="7058520"/>
          </a:xfrm>
          <a:prstGeom prst="curvedConnector3">
            <a:avLst>
              <a:gd name="adj1" fmla="val 153497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8BCF0BC9-5CD0-E4D1-ECC2-2CB320FD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4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B836-1193-D77A-491C-AC8AD290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D608-8852-34F7-8EB6-0C34583B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5 – Process 1-to-1 Relationship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02E961-06BC-A182-3FFA-72F8FDB2FD91}"/>
              </a:ext>
            </a:extLst>
          </p:cNvPr>
          <p:cNvSpPr txBox="1"/>
          <p:nvPr/>
        </p:nvSpPr>
        <p:spPr>
          <a:xfrm>
            <a:off x="489857" y="1502229"/>
            <a:ext cx="10863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Nothing to submit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4442344-7841-BABC-FBA8-F28A2DBA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2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DA03-8660-5A44-3A99-ABC39AB2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C052-9D47-C101-1DB7-694B34C4D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6 – Process Unary Relationship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0D6E8-5F8E-B309-8178-488D7C00C7B3}"/>
              </a:ext>
            </a:extLst>
          </p:cNvPr>
          <p:cNvSpPr txBox="1"/>
          <p:nvPr/>
        </p:nvSpPr>
        <p:spPr>
          <a:xfrm>
            <a:off x="489857" y="1502229"/>
            <a:ext cx="10863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Nothing to submit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131F9-56A8-2DB8-A160-0B9B6AE3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38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B99A-164D-640E-810E-629C9B89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2127-2529-595E-446C-A6729D33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7 – Process n-</a:t>
            </a:r>
            <a:r>
              <a:rPr lang="en-US" dirty="0" err="1"/>
              <a:t>ary</a:t>
            </a:r>
            <a:r>
              <a:rPr lang="en-US" dirty="0"/>
              <a:t> Relationship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EC5B91-FB8D-1FFC-85D6-7CEF665CE660}"/>
              </a:ext>
            </a:extLst>
          </p:cNvPr>
          <p:cNvSpPr txBox="1"/>
          <p:nvPr/>
        </p:nvSpPr>
        <p:spPr>
          <a:xfrm>
            <a:off x="489857" y="1502229"/>
            <a:ext cx="10863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Nothing to submit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5C3E1-CCB1-B6E3-CD58-17B499E9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4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9B70-37C9-931B-1405-19395513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7B74-A77C-B577-2375-3D6EB320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8 – Process Supertypes/Subtypes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1972CB-DB16-336E-A017-FFF91D461B07}"/>
              </a:ext>
            </a:extLst>
          </p:cNvPr>
          <p:cNvSpPr/>
          <p:nvPr/>
        </p:nvSpPr>
        <p:spPr>
          <a:xfrm>
            <a:off x="192505" y="1007147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00A38-07B7-4678-9C9C-D74B81114BD6}"/>
              </a:ext>
            </a:extLst>
          </p:cNvPr>
          <p:cNvSpPr txBox="1"/>
          <p:nvPr/>
        </p:nvSpPr>
        <p:spPr>
          <a:xfrm>
            <a:off x="336883" y="1049341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FA4AA1-6941-C16C-93DA-5CC5BE4F2DEF}"/>
              </a:ext>
            </a:extLst>
          </p:cNvPr>
          <p:cNvSpPr/>
          <p:nvPr/>
        </p:nvSpPr>
        <p:spPr>
          <a:xfrm>
            <a:off x="336874" y="1408302"/>
            <a:ext cx="1556087" cy="357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B4B1A0-7EBE-657D-E282-4D8D727A81B9}"/>
              </a:ext>
            </a:extLst>
          </p:cNvPr>
          <p:cNvSpPr/>
          <p:nvPr/>
        </p:nvSpPr>
        <p:spPr>
          <a:xfrm>
            <a:off x="1892968" y="1397930"/>
            <a:ext cx="689808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E93768-1FF2-80C2-F3AB-98EF35219291}"/>
              </a:ext>
            </a:extLst>
          </p:cNvPr>
          <p:cNvSpPr/>
          <p:nvPr/>
        </p:nvSpPr>
        <p:spPr>
          <a:xfrm>
            <a:off x="2569311" y="1405126"/>
            <a:ext cx="1042736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B02290-DB0E-FC12-9725-2217BC638357}"/>
              </a:ext>
            </a:extLst>
          </p:cNvPr>
          <p:cNvSpPr/>
          <p:nvPr/>
        </p:nvSpPr>
        <p:spPr>
          <a:xfrm>
            <a:off x="3612047" y="1405126"/>
            <a:ext cx="2249912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Director_First_Name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158067D-6636-C090-8069-F0495BAA81D4}"/>
              </a:ext>
            </a:extLst>
          </p:cNvPr>
          <p:cNvSpPr/>
          <p:nvPr/>
        </p:nvSpPr>
        <p:spPr>
          <a:xfrm>
            <a:off x="5861958" y="1412321"/>
            <a:ext cx="2485655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Director_Middle_Name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CA0682-DB6C-00C3-B0F2-19CEB211FB7D}"/>
              </a:ext>
            </a:extLst>
          </p:cNvPr>
          <p:cNvSpPr/>
          <p:nvPr/>
        </p:nvSpPr>
        <p:spPr>
          <a:xfrm>
            <a:off x="8349893" y="1397930"/>
            <a:ext cx="2245896" cy="3872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Director_Last_Name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00305A-CC1B-9E52-F45B-6F6424ABCB06}"/>
              </a:ext>
            </a:extLst>
          </p:cNvPr>
          <p:cNvSpPr/>
          <p:nvPr/>
        </p:nvSpPr>
        <p:spPr>
          <a:xfrm>
            <a:off x="10595789" y="1405127"/>
            <a:ext cx="1581865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Director_DOB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AA628-C79E-CCCE-5CD6-4336F9975003}"/>
              </a:ext>
            </a:extLst>
          </p:cNvPr>
          <p:cNvSpPr/>
          <p:nvPr/>
        </p:nvSpPr>
        <p:spPr>
          <a:xfrm>
            <a:off x="192503" y="3233608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A58C3-80F3-BD08-E14D-4773B79EC408}"/>
              </a:ext>
            </a:extLst>
          </p:cNvPr>
          <p:cNvSpPr txBox="1"/>
          <p:nvPr/>
        </p:nvSpPr>
        <p:spPr>
          <a:xfrm>
            <a:off x="336881" y="3275802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Educational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B8B3F8-4A99-0045-EA08-2EB4D3F328BC}"/>
              </a:ext>
            </a:extLst>
          </p:cNvPr>
          <p:cNvSpPr/>
          <p:nvPr/>
        </p:nvSpPr>
        <p:spPr>
          <a:xfrm>
            <a:off x="336872" y="3634764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49D2AE-28FE-E75E-18BA-FD675ABBED90}"/>
              </a:ext>
            </a:extLst>
          </p:cNvPr>
          <p:cNvSpPr/>
          <p:nvPr/>
        </p:nvSpPr>
        <p:spPr>
          <a:xfrm>
            <a:off x="2400299" y="3606724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B4807A6-6B91-7642-9630-3EF556F3DDA7}"/>
              </a:ext>
            </a:extLst>
          </p:cNvPr>
          <p:cNvSpPr/>
          <p:nvPr/>
        </p:nvSpPr>
        <p:spPr>
          <a:xfrm>
            <a:off x="3612046" y="3615418"/>
            <a:ext cx="2485654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Educational_Category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B37DDA-0EC4-6920-CBEA-3C512F98F3E1}"/>
              </a:ext>
            </a:extLst>
          </p:cNvPr>
          <p:cNvSpPr/>
          <p:nvPr/>
        </p:nvSpPr>
        <p:spPr>
          <a:xfrm>
            <a:off x="192505" y="5460070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F33E69-FBAC-BFAC-661F-9506BBBBD99F}"/>
              </a:ext>
            </a:extLst>
          </p:cNvPr>
          <p:cNvSpPr txBox="1"/>
          <p:nvPr/>
        </p:nvSpPr>
        <p:spPr>
          <a:xfrm>
            <a:off x="336883" y="5502264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Foreign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C0FF82F-CF4F-EF96-D872-1B7CF09F1E6E}"/>
              </a:ext>
            </a:extLst>
          </p:cNvPr>
          <p:cNvSpPr/>
          <p:nvPr/>
        </p:nvSpPr>
        <p:spPr>
          <a:xfrm>
            <a:off x="3719792" y="5810418"/>
            <a:ext cx="2485655" cy="380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Non_English_Language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4E43409-2665-6DA0-6442-D614A4FDDA08}"/>
              </a:ext>
            </a:extLst>
          </p:cNvPr>
          <p:cNvSpPr/>
          <p:nvPr/>
        </p:nvSpPr>
        <p:spPr>
          <a:xfrm>
            <a:off x="444618" y="5838458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30E4C1-81F3-3EC6-23D6-1FAEF3143341}"/>
              </a:ext>
            </a:extLst>
          </p:cNvPr>
          <p:cNvSpPr/>
          <p:nvPr/>
        </p:nvSpPr>
        <p:spPr>
          <a:xfrm>
            <a:off x="2508045" y="5810418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63FC32-BFE0-6469-C39F-2DECFA8A286A}"/>
              </a:ext>
            </a:extLst>
          </p:cNvPr>
          <p:cNvCxnSpPr>
            <a:stCxn id="71" idx="0"/>
            <a:endCxn id="32" idx="2"/>
          </p:cNvCxnSpPr>
          <p:nvPr/>
        </p:nvCxnSpPr>
        <p:spPr>
          <a:xfrm flipH="1" flipV="1">
            <a:off x="1114918" y="1765303"/>
            <a:ext cx="361414" cy="407315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4CB2033-CF6F-9282-7A72-CD3EDDFFE773}"/>
              </a:ext>
            </a:extLst>
          </p:cNvPr>
          <p:cNvCxnSpPr>
            <a:stCxn id="16" idx="0"/>
            <a:endCxn id="32" idx="2"/>
          </p:cNvCxnSpPr>
          <p:nvPr/>
        </p:nvCxnSpPr>
        <p:spPr>
          <a:xfrm flipH="1" flipV="1">
            <a:off x="1114918" y="1765303"/>
            <a:ext cx="253668" cy="186946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5ADC5DB-C293-DD0E-902E-6C44AD37F532}"/>
              </a:ext>
            </a:extLst>
          </p:cNvPr>
          <p:cNvCxnSpPr>
            <a:cxnSpLocks/>
            <a:stCxn id="19" idx="0"/>
            <a:endCxn id="33" idx="2"/>
          </p:cNvCxnSpPr>
          <p:nvPr/>
        </p:nvCxnSpPr>
        <p:spPr>
          <a:xfrm flipH="1" flipV="1">
            <a:off x="2237872" y="1771654"/>
            <a:ext cx="768301" cy="183507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B443A29-D442-D001-9E8C-AD0E8428C293}"/>
              </a:ext>
            </a:extLst>
          </p:cNvPr>
          <p:cNvCxnSpPr>
            <a:cxnSpLocks/>
            <a:stCxn id="72" idx="0"/>
            <a:endCxn id="33" idx="2"/>
          </p:cNvCxnSpPr>
          <p:nvPr/>
        </p:nvCxnSpPr>
        <p:spPr>
          <a:xfrm flipH="1" flipV="1">
            <a:off x="2237872" y="1771654"/>
            <a:ext cx="876047" cy="403876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13E5CBF-0302-4853-6268-9D737D2BC65A}"/>
              </a:ext>
            </a:extLst>
          </p:cNvPr>
          <p:cNvSpPr txBox="1"/>
          <p:nvPr/>
        </p:nvSpPr>
        <p:spPr>
          <a:xfrm>
            <a:off x="653143" y="3981947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C6E109-1AA2-33F3-EB70-748CA66C363C}"/>
              </a:ext>
            </a:extLst>
          </p:cNvPr>
          <p:cNvSpPr txBox="1"/>
          <p:nvPr/>
        </p:nvSpPr>
        <p:spPr>
          <a:xfrm>
            <a:off x="824731" y="6176946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86" name="Slide Number Placeholder 85">
            <a:extLst>
              <a:ext uri="{FF2B5EF4-FFF2-40B4-BE49-F238E27FC236}">
                <a16:creationId xmlns:a16="http://schemas.microsoft.com/office/drawing/2014/main" id="{2331D331-CE06-37FE-B1A9-A696C798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62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2838-379B-FA40-3531-6996FBA8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7DBC-7F71-1463-9B33-7D43B53F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US" dirty="0"/>
              <a:t>Task 9 – Process Multi-valued Attributes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8769EF4-B7C4-EE96-B53B-61621E4007B0}"/>
              </a:ext>
            </a:extLst>
          </p:cNvPr>
          <p:cNvSpPr/>
          <p:nvPr/>
        </p:nvSpPr>
        <p:spPr>
          <a:xfrm>
            <a:off x="192503" y="986041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65DD44-08B7-3C2A-0C7B-8BC88EDAD029}"/>
              </a:ext>
            </a:extLst>
          </p:cNvPr>
          <p:cNvSpPr txBox="1"/>
          <p:nvPr/>
        </p:nvSpPr>
        <p:spPr>
          <a:xfrm>
            <a:off x="336881" y="1028235"/>
            <a:ext cx="224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Foreign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3D7901-B304-380C-75B7-85C38DBB6C3C}"/>
              </a:ext>
            </a:extLst>
          </p:cNvPr>
          <p:cNvSpPr/>
          <p:nvPr/>
        </p:nvSpPr>
        <p:spPr>
          <a:xfrm>
            <a:off x="444616" y="1364429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6AB3663-1AC3-B3A7-928F-402A2DA0C85B}"/>
              </a:ext>
            </a:extLst>
          </p:cNvPr>
          <p:cNvSpPr/>
          <p:nvPr/>
        </p:nvSpPr>
        <p:spPr>
          <a:xfrm>
            <a:off x="2508043" y="1336389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E196F-C872-AD28-96C8-64076875FDF1}"/>
              </a:ext>
            </a:extLst>
          </p:cNvPr>
          <p:cNvSpPr/>
          <p:nvPr/>
        </p:nvSpPr>
        <p:spPr>
          <a:xfrm>
            <a:off x="192505" y="3731188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43ABF-EB05-C730-0A6D-0E3E2446EC42}"/>
              </a:ext>
            </a:extLst>
          </p:cNvPr>
          <p:cNvSpPr txBox="1"/>
          <p:nvPr/>
        </p:nvSpPr>
        <p:spPr>
          <a:xfrm>
            <a:off x="336883" y="3773382"/>
            <a:ext cx="359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Foreign_Non_English_Language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29DF12-39C4-E6F9-F660-54F91C57BED3}"/>
              </a:ext>
            </a:extLst>
          </p:cNvPr>
          <p:cNvSpPr/>
          <p:nvPr/>
        </p:nvSpPr>
        <p:spPr>
          <a:xfrm>
            <a:off x="3719792" y="4081536"/>
            <a:ext cx="2485655" cy="380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Non_English_Language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72D3B-FD85-BBD9-116F-E56025AA448E}"/>
              </a:ext>
            </a:extLst>
          </p:cNvPr>
          <p:cNvSpPr/>
          <p:nvPr/>
        </p:nvSpPr>
        <p:spPr>
          <a:xfrm>
            <a:off x="444618" y="4109576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Film_Release_Year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1C7E9-28C5-6B7C-51E6-97CFE40551F8}"/>
              </a:ext>
            </a:extLst>
          </p:cNvPr>
          <p:cNvSpPr/>
          <p:nvPr/>
        </p:nvSpPr>
        <p:spPr>
          <a:xfrm>
            <a:off x="2508045" y="4081536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Film_Title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84CE97-F207-8829-B1C8-2B3D835C307D}"/>
              </a:ext>
            </a:extLst>
          </p:cNvPr>
          <p:cNvCxnSpPr>
            <a:stCxn id="6" idx="0"/>
            <a:endCxn id="71" idx="2"/>
          </p:cNvCxnSpPr>
          <p:nvPr/>
        </p:nvCxnSpPr>
        <p:spPr>
          <a:xfrm flipH="1" flipV="1">
            <a:off x="1476330" y="1714235"/>
            <a:ext cx="2" cy="239534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C738FB-6569-99A6-470F-65C39BE8AA96}"/>
              </a:ext>
            </a:extLst>
          </p:cNvPr>
          <p:cNvCxnSpPr>
            <a:stCxn id="7" idx="0"/>
            <a:endCxn id="72" idx="2"/>
          </p:cNvCxnSpPr>
          <p:nvPr/>
        </p:nvCxnSpPr>
        <p:spPr>
          <a:xfrm flipH="1" flipV="1">
            <a:off x="3113917" y="1702918"/>
            <a:ext cx="2" cy="2378618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8B53B6F-B9D2-AD17-E87D-FD5C4E4F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40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C5534B-D3DB-F0B0-EC78-6FF737F152F9}"/>
              </a:ext>
            </a:extLst>
          </p:cNvPr>
          <p:cNvSpPr/>
          <p:nvPr/>
        </p:nvSpPr>
        <p:spPr>
          <a:xfrm>
            <a:off x="0" y="0"/>
            <a:ext cx="11806990" cy="6675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B59B7-7464-6D10-14BC-8D587D13F667}"/>
              </a:ext>
            </a:extLst>
          </p:cNvPr>
          <p:cNvSpPr txBox="1"/>
          <p:nvPr/>
        </p:nvSpPr>
        <p:spPr>
          <a:xfrm>
            <a:off x="144375" y="30514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BFBF96-1DBD-239C-7C57-58D45FEDDB6B}"/>
              </a:ext>
            </a:extLst>
          </p:cNvPr>
          <p:cNvSpPr/>
          <p:nvPr/>
        </p:nvSpPr>
        <p:spPr>
          <a:xfrm>
            <a:off x="169590" y="236228"/>
            <a:ext cx="1427752" cy="3532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First_Name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ACC0A2-7DDE-BF7D-14C6-80607599DA38}"/>
              </a:ext>
            </a:extLst>
          </p:cNvPr>
          <p:cNvSpPr/>
          <p:nvPr/>
        </p:nvSpPr>
        <p:spPr>
          <a:xfrm>
            <a:off x="4629309" y="241281"/>
            <a:ext cx="1604215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Date_of_Birth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D4E2A-96A6-2E40-EF01-EB825400F9D9}"/>
              </a:ext>
            </a:extLst>
          </p:cNvPr>
          <p:cNvSpPr/>
          <p:nvPr/>
        </p:nvSpPr>
        <p:spPr>
          <a:xfrm>
            <a:off x="6233514" y="241281"/>
            <a:ext cx="994587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DC000F-7ABA-3658-6CB6-F4C371A5481D}"/>
              </a:ext>
            </a:extLst>
          </p:cNvPr>
          <p:cNvSpPr/>
          <p:nvPr/>
        </p:nvSpPr>
        <p:spPr>
          <a:xfrm>
            <a:off x="1597342" y="230717"/>
            <a:ext cx="1604215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24E4D-B833-679C-3301-0E2C10E532F8}"/>
              </a:ext>
            </a:extLst>
          </p:cNvPr>
          <p:cNvSpPr/>
          <p:nvPr/>
        </p:nvSpPr>
        <p:spPr>
          <a:xfrm>
            <a:off x="3201557" y="236228"/>
            <a:ext cx="1427752" cy="3532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Last_Name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6824E1-BBFF-9055-BC1E-F4ACDADA19A7}"/>
              </a:ext>
            </a:extLst>
          </p:cNvPr>
          <p:cNvSpPr/>
          <p:nvPr/>
        </p:nvSpPr>
        <p:spPr>
          <a:xfrm>
            <a:off x="0" y="1567277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752F7-19FB-6F3C-4123-B17396075B63}"/>
              </a:ext>
            </a:extLst>
          </p:cNvPr>
          <p:cNvSpPr txBox="1"/>
          <p:nvPr/>
        </p:nvSpPr>
        <p:spPr>
          <a:xfrm>
            <a:off x="144378" y="1609471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Film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FFB600-B6F7-D24F-178A-FDAD04A3E2DB}"/>
              </a:ext>
            </a:extLst>
          </p:cNvPr>
          <p:cNvSpPr/>
          <p:nvPr/>
        </p:nvSpPr>
        <p:spPr>
          <a:xfrm>
            <a:off x="144369" y="1968432"/>
            <a:ext cx="1556087" cy="357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Release_Year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5B6C38-D63A-989E-7F39-72FF626F0577}"/>
              </a:ext>
            </a:extLst>
          </p:cNvPr>
          <p:cNvSpPr/>
          <p:nvPr/>
        </p:nvSpPr>
        <p:spPr>
          <a:xfrm>
            <a:off x="1700463" y="1958060"/>
            <a:ext cx="689808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DAEB2C-178B-9FC9-59AF-FFBB9E496151}"/>
              </a:ext>
            </a:extLst>
          </p:cNvPr>
          <p:cNvSpPr/>
          <p:nvPr/>
        </p:nvSpPr>
        <p:spPr>
          <a:xfrm>
            <a:off x="2376806" y="1965256"/>
            <a:ext cx="1042736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Duration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325DE-671B-C7A5-68B2-9EF0C7B2E01F}"/>
              </a:ext>
            </a:extLst>
          </p:cNvPr>
          <p:cNvSpPr/>
          <p:nvPr/>
        </p:nvSpPr>
        <p:spPr>
          <a:xfrm>
            <a:off x="0" y="2388424"/>
            <a:ext cx="11806990" cy="8724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C4CDA-8426-EFFE-D38A-34E84BAD288B}"/>
              </a:ext>
            </a:extLst>
          </p:cNvPr>
          <p:cNvSpPr txBox="1"/>
          <p:nvPr/>
        </p:nvSpPr>
        <p:spPr>
          <a:xfrm>
            <a:off x="144375" y="2398529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Director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F06348-F919-A4B8-2D64-CB5B8CD1EE07}"/>
              </a:ext>
            </a:extLst>
          </p:cNvPr>
          <p:cNvSpPr/>
          <p:nvPr/>
        </p:nvSpPr>
        <p:spPr>
          <a:xfrm>
            <a:off x="144376" y="2767861"/>
            <a:ext cx="1427752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First_Name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5B7338-0023-0DDD-E005-00F398F072C0}"/>
              </a:ext>
            </a:extLst>
          </p:cNvPr>
          <p:cNvSpPr/>
          <p:nvPr/>
        </p:nvSpPr>
        <p:spPr>
          <a:xfrm>
            <a:off x="4604095" y="2762350"/>
            <a:ext cx="1604215" cy="3739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Date_of_Birth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AF73CF-9D2E-DE4B-1D68-883ADD8AEA37}"/>
              </a:ext>
            </a:extLst>
          </p:cNvPr>
          <p:cNvSpPr/>
          <p:nvPr/>
        </p:nvSpPr>
        <p:spPr>
          <a:xfrm>
            <a:off x="1572128" y="2762350"/>
            <a:ext cx="1604215" cy="363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Middle_Name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B477B9-E788-6AE3-023C-C06DEEFE5E19}"/>
              </a:ext>
            </a:extLst>
          </p:cNvPr>
          <p:cNvSpPr/>
          <p:nvPr/>
        </p:nvSpPr>
        <p:spPr>
          <a:xfrm>
            <a:off x="3176343" y="2767861"/>
            <a:ext cx="1427752" cy="358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Last_Name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15C3D5-CA96-080A-6CF0-7FD1D35952A3}"/>
              </a:ext>
            </a:extLst>
          </p:cNvPr>
          <p:cNvSpPr/>
          <p:nvPr/>
        </p:nvSpPr>
        <p:spPr>
          <a:xfrm>
            <a:off x="6208300" y="2762350"/>
            <a:ext cx="1860869" cy="3794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Country_of_Birth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4819C7-9A98-EFBB-E19F-63F0D3BA465B}"/>
              </a:ext>
            </a:extLst>
          </p:cNvPr>
          <p:cNvSpPr/>
          <p:nvPr/>
        </p:nvSpPr>
        <p:spPr>
          <a:xfrm>
            <a:off x="-2" y="3197038"/>
            <a:ext cx="11806990" cy="8857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145960-9CF0-2C7F-7F53-E7D5E9779ABC}"/>
              </a:ext>
            </a:extLst>
          </p:cNvPr>
          <p:cNvSpPr txBox="1"/>
          <p:nvPr/>
        </p:nvSpPr>
        <p:spPr>
          <a:xfrm>
            <a:off x="144374" y="3239232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Copy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962F2A-03FB-AEAE-9801-365D7C72207C}"/>
              </a:ext>
            </a:extLst>
          </p:cNvPr>
          <p:cNvSpPr/>
          <p:nvPr/>
        </p:nvSpPr>
        <p:spPr>
          <a:xfrm>
            <a:off x="1315449" y="3590813"/>
            <a:ext cx="1668383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Copy_Number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0BB62E-6BD4-3A09-E267-8D6E2E3CC47A}"/>
              </a:ext>
            </a:extLst>
          </p:cNvPr>
          <p:cNvSpPr/>
          <p:nvPr/>
        </p:nvSpPr>
        <p:spPr>
          <a:xfrm>
            <a:off x="160417" y="3588463"/>
            <a:ext cx="1155032" cy="369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Condition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8DB8B8-FF21-8A95-DD6A-91F3D95D5889}"/>
              </a:ext>
            </a:extLst>
          </p:cNvPr>
          <p:cNvSpPr/>
          <p:nvPr/>
        </p:nvSpPr>
        <p:spPr>
          <a:xfrm>
            <a:off x="0" y="691976"/>
            <a:ext cx="11806990" cy="9042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6376B2-2823-8340-E1C0-20172AFCE0D1}"/>
              </a:ext>
            </a:extLst>
          </p:cNvPr>
          <p:cNvSpPr txBox="1"/>
          <p:nvPr/>
        </p:nvSpPr>
        <p:spPr>
          <a:xfrm>
            <a:off x="80210" y="691537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/>
              <a:t>Film_Actor</a:t>
            </a:r>
            <a:endParaRPr lang="en-US" sz="11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EDBCE1-668E-FAF7-9325-D3C101E51134}"/>
              </a:ext>
            </a:extLst>
          </p:cNvPr>
          <p:cNvSpPr/>
          <p:nvPr/>
        </p:nvSpPr>
        <p:spPr>
          <a:xfrm>
            <a:off x="142638" y="915245"/>
            <a:ext cx="994587" cy="348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Role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89A144-BB81-03AA-18E8-467A09E7BD34}"/>
              </a:ext>
            </a:extLst>
          </p:cNvPr>
          <p:cNvSpPr/>
          <p:nvPr/>
        </p:nvSpPr>
        <p:spPr>
          <a:xfrm>
            <a:off x="2983832" y="3588463"/>
            <a:ext cx="206426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Film_Release_Year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F88F0B-19F0-25E8-546F-9F5EAA6EFB5B}"/>
              </a:ext>
            </a:extLst>
          </p:cNvPr>
          <p:cNvSpPr/>
          <p:nvPr/>
        </p:nvSpPr>
        <p:spPr>
          <a:xfrm>
            <a:off x="5048101" y="3590813"/>
            <a:ext cx="2064269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Film_Title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A490CA-8F66-35D4-B4E5-BA73CD3C0421}"/>
              </a:ext>
            </a:extLst>
          </p:cNvPr>
          <p:cNvSpPr/>
          <p:nvPr/>
        </p:nvSpPr>
        <p:spPr>
          <a:xfrm>
            <a:off x="3419542" y="1965256"/>
            <a:ext cx="2249912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Director_First_Name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1A1606-AAAB-DC8B-93B7-767ED38EF812}"/>
              </a:ext>
            </a:extLst>
          </p:cNvPr>
          <p:cNvSpPr/>
          <p:nvPr/>
        </p:nvSpPr>
        <p:spPr>
          <a:xfrm>
            <a:off x="5669453" y="1972451"/>
            <a:ext cx="2485655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Director_Middle_Name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ACEFA9-47F1-A1A2-C42B-F7D071C23E67}"/>
              </a:ext>
            </a:extLst>
          </p:cNvPr>
          <p:cNvSpPr/>
          <p:nvPr/>
        </p:nvSpPr>
        <p:spPr>
          <a:xfrm>
            <a:off x="8157388" y="1958060"/>
            <a:ext cx="1581865" cy="388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Director_Last_Name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B0B721-1D04-C1EC-51E0-08D76BB550FA}"/>
              </a:ext>
            </a:extLst>
          </p:cNvPr>
          <p:cNvSpPr/>
          <p:nvPr/>
        </p:nvSpPr>
        <p:spPr>
          <a:xfrm>
            <a:off x="9737129" y="1965256"/>
            <a:ext cx="1581865" cy="3737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Director_DOB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D53B09C-F9E5-CC4F-76A3-F27D10B35D24}"/>
              </a:ext>
            </a:extLst>
          </p:cNvPr>
          <p:cNvSpPr/>
          <p:nvPr/>
        </p:nvSpPr>
        <p:spPr>
          <a:xfrm rot="16200000" flipV="1">
            <a:off x="5479568" y="-2621217"/>
            <a:ext cx="160020" cy="8188093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B97B32-485F-12DC-7E85-0F5F5DDAA294}"/>
              </a:ext>
            </a:extLst>
          </p:cNvPr>
          <p:cNvSpPr txBox="1"/>
          <p:nvPr/>
        </p:nvSpPr>
        <p:spPr>
          <a:xfrm>
            <a:off x="2515301" y="3341758"/>
            <a:ext cx="2470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Composite primary key</a:t>
            </a: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0EC54874-109B-6F3E-D421-48214E62B955}"/>
              </a:ext>
            </a:extLst>
          </p:cNvPr>
          <p:cNvCxnSpPr>
            <a:cxnSpLocks/>
            <a:stCxn id="37" idx="2"/>
            <a:endCxn id="20" idx="0"/>
          </p:cNvCxnSpPr>
          <p:nvPr/>
        </p:nvCxnSpPr>
        <p:spPr>
          <a:xfrm rot="5400000">
            <a:off x="2486935" y="710297"/>
            <a:ext cx="428881" cy="3686246"/>
          </a:xfrm>
          <a:prstGeom prst="curvedConnector3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6F52DEC-50A7-6442-8DFD-6EF3D6FC8C08}"/>
              </a:ext>
            </a:extLst>
          </p:cNvPr>
          <p:cNvSpPr/>
          <p:nvPr/>
        </p:nvSpPr>
        <p:spPr>
          <a:xfrm>
            <a:off x="1137225" y="910191"/>
            <a:ext cx="1427752" cy="4977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Actor_First_Name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A1641E-2AC1-E1A3-B814-F1193511B8B6}"/>
              </a:ext>
            </a:extLst>
          </p:cNvPr>
          <p:cNvSpPr/>
          <p:nvPr/>
        </p:nvSpPr>
        <p:spPr>
          <a:xfrm>
            <a:off x="5596944" y="915243"/>
            <a:ext cx="1604215" cy="5071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Actor_ </a:t>
            </a:r>
            <a:r>
              <a:rPr lang="en-US" sz="1100" u="sng" dirty="0" err="1">
                <a:solidFill>
                  <a:schemeClr val="tx1"/>
                </a:solidFill>
              </a:rPr>
              <a:t>Date_of_Birth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810F9A-F6C7-724C-7A5A-FAF53CB9597C}"/>
              </a:ext>
            </a:extLst>
          </p:cNvPr>
          <p:cNvSpPr/>
          <p:nvPr/>
        </p:nvSpPr>
        <p:spPr>
          <a:xfrm>
            <a:off x="2564977" y="904680"/>
            <a:ext cx="1604215" cy="5033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Actor_ Middle_Name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4A6C11-0C7D-D6D8-B26E-AB9814B0E5E3}"/>
              </a:ext>
            </a:extLst>
          </p:cNvPr>
          <p:cNvSpPr/>
          <p:nvPr/>
        </p:nvSpPr>
        <p:spPr>
          <a:xfrm>
            <a:off x="4169192" y="910191"/>
            <a:ext cx="1427752" cy="4977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Actor_ </a:t>
            </a:r>
            <a:r>
              <a:rPr lang="en-US" sz="1100" u="sng" dirty="0" err="1">
                <a:solidFill>
                  <a:schemeClr val="tx1"/>
                </a:solidFill>
              </a:rPr>
              <a:t>Last_Name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8AF639-B1FA-DD92-8DA6-AA3C0E0B48F8}"/>
              </a:ext>
            </a:extLst>
          </p:cNvPr>
          <p:cNvSpPr/>
          <p:nvPr/>
        </p:nvSpPr>
        <p:spPr>
          <a:xfrm>
            <a:off x="7201158" y="910195"/>
            <a:ext cx="1556087" cy="526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Film_Release_Year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E467A5-A1BC-C004-B4D0-BDE828820B4B}"/>
              </a:ext>
            </a:extLst>
          </p:cNvPr>
          <p:cNvSpPr/>
          <p:nvPr/>
        </p:nvSpPr>
        <p:spPr>
          <a:xfrm>
            <a:off x="8757251" y="899822"/>
            <a:ext cx="1010613" cy="536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solidFill>
                  <a:schemeClr val="tx1"/>
                </a:solidFill>
              </a:rPr>
              <a:t>Film_ Title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9F947014-D8A1-151E-D2A6-1CB30DD5CA45}"/>
              </a:ext>
            </a:extLst>
          </p:cNvPr>
          <p:cNvSpPr/>
          <p:nvPr/>
        </p:nvSpPr>
        <p:spPr>
          <a:xfrm rot="16200000" flipV="1">
            <a:off x="3133448" y="663435"/>
            <a:ext cx="317240" cy="5222850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75E536-928F-1589-5B8D-2D744261B037}"/>
              </a:ext>
            </a:extLst>
          </p:cNvPr>
          <p:cNvSpPr txBox="1"/>
          <p:nvPr/>
        </p:nvSpPr>
        <p:spPr>
          <a:xfrm>
            <a:off x="4741306" y="1538176"/>
            <a:ext cx="2470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Composite primary key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DFC8AC-E01B-9ED4-7A75-0DFDE7576BD7}"/>
              </a:ext>
            </a:extLst>
          </p:cNvPr>
          <p:cNvSpPr txBox="1"/>
          <p:nvPr/>
        </p:nvSpPr>
        <p:spPr>
          <a:xfrm>
            <a:off x="1465529" y="691537"/>
            <a:ext cx="53683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763721-424F-3A8A-98EF-9906BEB29BE2}"/>
              </a:ext>
            </a:extLst>
          </p:cNvPr>
          <p:cNvSpPr txBox="1"/>
          <p:nvPr/>
        </p:nvSpPr>
        <p:spPr>
          <a:xfrm>
            <a:off x="7331221" y="750903"/>
            <a:ext cx="2322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/>
                </a:solidFill>
              </a:rPr>
              <a:t>Foreign Key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1E099B4F-3E30-FB79-FC82-09D15D307C69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V="1">
            <a:off x="1325803" y="684167"/>
            <a:ext cx="814064" cy="270986"/>
          </a:xfrm>
          <a:prstGeom prst="curvedConnector4">
            <a:avLst>
              <a:gd name="adj1" fmla="val 38827"/>
              <a:gd name="adj2" fmla="val 184359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5FE591FA-8C43-5170-3992-87128C3EFA97}"/>
              </a:ext>
            </a:extLst>
          </p:cNvPr>
          <p:cNvCxnSpPr>
            <a:stCxn id="48" idx="2"/>
            <a:endCxn id="15" idx="2"/>
          </p:cNvCxnSpPr>
          <p:nvPr/>
        </p:nvCxnSpPr>
        <p:spPr>
          <a:xfrm rot="5400000">
            <a:off x="4006474" y="-1647296"/>
            <a:ext cx="888669" cy="7056789"/>
          </a:xfrm>
          <a:prstGeom prst="curvedConnector3">
            <a:avLst>
              <a:gd name="adj1" fmla="val 125724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E06524B1-60E2-0F71-1026-9497AB9FB40A}"/>
              </a:ext>
            </a:extLst>
          </p:cNvPr>
          <p:cNvSpPr/>
          <p:nvPr/>
        </p:nvSpPr>
        <p:spPr>
          <a:xfrm>
            <a:off x="0" y="4094114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4BBEC0-4367-2D44-81A9-3EECA72D1DDA}"/>
              </a:ext>
            </a:extLst>
          </p:cNvPr>
          <p:cNvSpPr txBox="1"/>
          <p:nvPr/>
        </p:nvSpPr>
        <p:spPr>
          <a:xfrm>
            <a:off x="144376" y="4069267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Educational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A299BE4-519B-DAA4-DE5F-85EA1ECD2E39}"/>
              </a:ext>
            </a:extLst>
          </p:cNvPr>
          <p:cNvSpPr/>
          <p:nvPr/>
        </p:nvSpPr>
        <p:spPr>
          <a:xfrm>
            <a:off x="144367" y="4428229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Film_Release_Year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4AF7BE-391E-4350-5CFF-0C21713FE6C0}"/>
              </a:ext>
            </a:extLst>
          </p:cNvPr>
          <p:cNvSpPr/>
          <p:nvPr/>
        </p:nvSpPr>
        <p:spPr>
          <a:xfrm>
            <a:off x="2207794" y="4400189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Film_Title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8D8553-05A1-FC7D-E377-0833CE474D04}"/>
              </a:ext>
            </a:extLst>
          </p:cNvPr>
          <p:cNvSpPr/>
          <p:nvPr/>
        </p:nvSpPr>
        <p:spPr>
          <a:xfrm>
            <a:off x="3419541" y="4408883"/>
            <a:ext cx="2485654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Educational_Category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2D833C-FD2F-8E80-FCBA-024F122B7242}"/>
              </a:ext>
            </a:extLst>
          </p:cNvPr>
          <p:cNvSpPr/>
          <p:nvPr/>
        </p:nvSpPr>
        <p:spPr>
          <a:xfrm>
            <a:off x="1738" y="4820643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580769-57DB-0277-59C6-83478AFFA835}"/>
              </a:ext>
            </a:extLst>
          </p:cNvPr>
          <p:cNvSpPr txBox="1"/>
          <p:nvPr/>
        </p:nvSpPr>
        <p:spPr>
          <a:xfrm>
            <a:off x="146116" y="4862837"/>
            <a:ext cx="22458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Foreign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7088FCA-AAD2-78F8-2E72-24A0B3CDCB54}"/>
              </a:ext>
            </a:extLst>
          </p:cNvPr>
          <p:cNvSpPr/>
          <p:nvPr/>
        </p:nvSpPr>
        <p:spPr>
          <a:xfrm>
            <a:off x="253851" y="5199031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Film_Release_Year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D899C38-6385-5BC0-859E-76BCA7056CDC}"/>
              </a:ext>
            </a:extLst>
          </p:cNvPr>
          <p:cNvSpPr/>
          <p:nvPr/>
        </p:nvSpPr>
        <p:spPr>
          <a:xfrm>
            <a:off x="2317278" y="5170991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Film_Title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885E3B-0964-E692-3F91-499651C58281}"/>
              </a:ext>
            </a:extLst>
          </p:cNvPr>
          <p:cNvSpPr txBox="1"/>
          <p:nvPr/>
        </p:nvSpPr>
        <p:spPr>
          <a:xfrm>
            <a:off x="460638" y="4775412"/>
            <a:ext cx="26942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45D406-5BB8-085E-AA4B-7C67167D5CA9}"/>
              </a:ext>
            </a:extLst>
          </p:cNvPr>
          <p:cNvSpPr txBox="1"/>
          <p:nvPr/>
        </p:nvSpPr>
        <p:spPr>
          <a:xfrm>
            <a:off x="633964" y="5537519"/>
            <a:ext cx="26942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493AD1-3F6D-91B6-DF2C-85290969FEFD}"/>
              </a:ext>
            </a:extLst>
          </p:cNvPr>
          <p:cNvSpPr/>
          <p:nvPr/>
        </p:nvSpPr>
        <p:spPr>
          <a:xfrm>
            <a:off x="-2" y="5774020"/>
            <a:ext cx="11806990" cy="956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5AAB45-F1F4-D7FF-025E-7E075750F1F5}"/>
              </a:ext>
            </a:extLst>
          </p:cNvPr>
          <p:cNvSpPr txBox="1"/>
          <p:nvPr/>
        </p:nvSpPr>
        <p:spPr>
          <a:xfrm>
            <a:off x="144376" y="5816214"/>
            <a:ext cx="3598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/>
              <a:t>Foreign_Non_English_Language</a:t>
            </a:r>
            <a:endParaRPr lang="en-US" sz="1100" b="1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B184548-01C9-D607-7055-EEC2A7715A35}"/>
              </a:ext>
            </a:extLst>
          </p:cNvPr>
          <p:cNvSpPr/>
          <p:nvPr/>
        </p:nvSpPr>
        <p:spPr>
          <a:xfrm>
            <a:off x="3527285" y="6124368"/>
            <a:ext cx="2485655" cy="380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Non_English_Language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25231C5-3A4E-1134-BFAF-B5794D6E6474}"/>
              </a:ext>
            </a:extLst>
          </p:cNvPr>
          <p:cNvSpPr/>
          <p:nvPr/>
        </p:nvSpPr>
        <p:spPr>
          <a:xfrm>
            <a:off x="252111" y="6152408"/>
            <a:ext cx="2063428" cy="3498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Film_Release_Year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5306532-606B-5F7E-0481-A018BF5BAEDA}"/>
              </a:ext>
            </a:extLst>
          </p:cNvPr>
          <p:cNvSpPr/>
          <p:nvPr/>
        </p:nvSpPr>
        <p:spPr>
          <a:xfrm>
            <a:off x="2315538" y="6124368"/>
            <a:ext cx="1211747" cy="3665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 err="1">
                <a:solidFill>
                  <a:schemeClr val="tx1"/>
                </a:solidFill>
              </a:rPr>
              <a:t>Film_Title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8297ED-F267-AAA1-9B8B-F71D2D589053}"/>
              </a:ext>
            </a:extLst>
          </p:cNvPr>
          <p:cNvSpPr txBox="1"/>
          <p:nvPr/>
        </p:nvSpPr>
        <p:spPr>
          <a:xfrm>
            <a:off x="3329470" y="4200466"/>
            <a:ext cx="2470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Composite primary key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74D4C543-CA54-0095-1C13-D401CA0F2CB7}"/>
              </a:ext>
            </a:extLst>
          </p:cNvPr>
          <p:cNvCxnSpPr>
            <a:cxnSpLocks/>
            <a:stCxn id="35" idx="3"/>
            <a:endCxn id="16" idx="0"/>
          </p:cNvCxnSpPr>
          <p:nvPr/>
        </p:nvCxnSpPr>
        <p:spPr>
          <a:xfrm flipH="1" flipV="1">
            <a:off x="2045367" y="1958060"/>
            <a:ext cx="5067003" cy="1817419"/>
          </a:xfrm>
          <a:prstGeom prst="curvedConnector4">
            <a:avLst>
              <a:gd name="adj1" fmla="val -4512"/>
              <a:gd name="adj2" fmla="val 112578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B867A9E-802F-3614-E3FB-311A446FCF07}"/>
              </a:ext>
            </a:extLst>
          </p:cNvPr>
          <p:cNvCxnSpPr>
            <a:stCxn id="71" idx="0"/>
          </p:cNvCxnSpPr>
          <p:nvPr/>
        </p:nvCxnSpPr>
        <p:spPr>
          <a:xfrm flipH="1" flipV="1">
            <a:off x="1269059" y="5352719"/>
            <a:ext cx="14766" cy="799689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9E823BE-A8F6-E814-2D82-FD8BA72A9375}"/>
              </a:ext>
            </a:extLst>
          </p:cNvPr>
          <p:cNvCxnSpPr>
            <a:stCxn id="72" idx="0"/>
            <a:endCxn id="65" idx="2"/>
          </p:cNvCxnSpPr>
          <p:nvPr/>
        </p:nvCxnSpPr>
        <p:spPr>
          <a:xfrm flipV="1">
            <a:off x="2921412" y="5537520"/>
            <a:ext cx="1740" cy="586848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8ADDC1C-7402-EC2D-BC85-729C51CF19FB}"/>
              </a:ext>
            </a:extLst>
          </p:cNvPr>
          <p:cNvCxnSpPr>
            <a:stCxn id="64" idx="0"/>
          </p:cNvCxnSpPr>
          <p:nvPr/>
        </p:nvCxnSpPr>
        <p:spPr>
          <a:xfrm flipH="1" flipV="1">
            <a:off x="924151" y="1347196"/>
            <a:ext cx="361414" cy="385183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FD5A486-D389-5974-8F1C-2193AD5B8095}"/>
              </a:ext>
            </a:extLst>
          </p:cNvPr>
          <p:cNvCxnSpPr>
            <a:cxnSpLocks/>
            <a:stCxn id="65" idx="0"/>
          </p:cNvCxnSpPr>
          <p:nvPr/>
        </p:nvCxnSpPr>
        <p:spPr>
          <a:xfrm flipH="1" flipV="1">
            <a:off x="2047105" y="1357376"/>
            <a:ext cx="876047" cy="381361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E638BDA-8A44-196B-A0CA-5ACDA7A7DA6B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2045365" y="1713301"/>
            <a:ext cx="768303" cy="2686888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F27E8F0-4924-3BE2-1C31-7F8C11F14510}"/>
              </a:ext>
            </a:extLst>
          </p:cNvPr>
          <p:cNvCxnSpPr>
            <a:cxnSpLocks/>
          </p:cNvCxnSpPr>
          <p:nvPr/>
        </p:nvCxnSpPr>
        <p:spPr>
          <a:xfrm flipH="1" flipV="1">
            <a:off x="922413" y="2338980"/>
            <a:ext cx="866307" cy="274183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eft Brace 31">
            <a:extLst>
              <a:ext uri="{FF2B5EF4-FFF2-40B4-BE49-F238E27FC236}">
                <a16:creationId xmlns:a16="http://schemas.microsoft.com/office/drawing/2014/main" id="{94850B65-1F84-C1CA-250F-106DA7D8BD13}"/>
              </a:ext>
            </a:extLst>
          </p:cNvPr>
          <p:cNvSpPr/>
          <p:nvPr/>
        </p:nvSpPr>
        <p:spPr>
          <a:xfrm rot="16200000" flipV="1">
            <a:off x="3988578" y="1511515"/>
            <a:ext cx="261610" cy="5222850"/>
          </a:xfrm>
          <a:prstGeom prst="leftBrace">
            <a:avLst>
              <a:gd name="adj1" fmla="val 8333"/>
              <a:gd name="adj2" fmla="val 493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574DDBF-4451-DF34-AF76-7C5AE9586D39}"/>
              </a:ext>
            </a:extLst>
          </p:cNvPr>
          <p:cNvSpPr txBox="1"/>
          <p:nvPr/>
        </p:nvSpPr>
        <p:spPr>
          <a:xfrm>
            <a:off x="3435289" y="1768806"/>
            <a:ext cx="78325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/>
                </a:solidFill>
              </a:rPr>
              <a:t>Foreign Key</a:t>
            </a:r>
          </a:p>
        </p:txBody>
      </p:sp>
      <p:sp>
        <p:nvSpPr>
          <p:cNvPr id="100" name="Slide Number Placeholder 99">
            <a:extLst>
              <a:ext uri="{FF2B5EF4-FFF2-40B4-BE49-F238E27FC236}">
                <a16:creationId xmlns:a16="http://schemas.microsoft.com/office/drawing/2014/main" id="{912E4294-3163-CA2F-998E-596DBA69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F9F0C-2AED-475C-89F4-444C2E918C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664</Words>
  <Application>Microsoft Office PowerPoint</Application>
  <PresentationFormat>Widescreen</PresentationFormat>
  <Paragraphs>213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Assignment 2 – Logical Modeling</vt:lpstr>
      <vt:lpstr>Task 1 – Process Normal Entity Types</vt:lpstr>
      <vt:lpstr>Task 2 – Process weak Entity Types</vt:lpstr>
      <vt:lpstr>Task 3 – Process 1-to-m Relationship Types</vt:lpstr>
      <vt:lpstr>Task 4 – Process m-to-m Relationship Types</vt:lpstr>
      <vt:lpstr>Task 5 – Process 1-to-1 Relationship Types</vt:lpstr>
      <vt:lpstr>Task 6 – Process Unary Relationship Types</vt:lpstr>
      <vt:lpstr>Task 7 – Process n-ary Relationship Types</vt:lpstr>
      <vt:lpstr>Task 8 – Process Supertypes/Subtypes</vt:lpstr>
      <vt:lpstr>Task 9 – Process Multi-valued Attributes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Jamison Orton</dc:creator>
  <cp:lastModifiedBy>Jamison Orton</cp:lastModifiedBy>
  <cp:revision>6</cp:revision>
  <dcterms:created xsi:type="dcterms:W3CDTF">2026-02-08T05:10:06Z</dcterms:created>
  <dcterms:modified xsi:type="dcterms:W3CDTF">2026-02-08T08:27:04Z</dcterms:modified>
</cp:coreProperties>
</file>