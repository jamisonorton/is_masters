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47"/>
    <p:restoredTop sz="94654"/>
  </p:normalViewPr>
  <p:slideViewPr>
    <p:cSldViewPr snapToGrid="0">
      <p:cViewPr varScale="1">
        <p:scale>
          <a:sx n="104" d="100"/>
          <a:sy n="104" d="100"/>
        </p:scale>
        <p:origin x="1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1284-6FD0-D77C-113D-7B3A587C9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DF7BE-FE04-63AB-DB8F-32D94CA20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9EB14-6215-82D1-C829-90B1A3723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1AB96-582F-CE43-FF02-27E20C68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D2640-79F8-65B8-010C-2F09C0BB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0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CEB5-788A-C2A5-A457-79BD5A73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B16E4-8C4F-629A-7C6E-E021275A6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206A3-1099-A32D-0C94-228160DAB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9441F-44F8-E5D2-7EA4-453161A3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8946E-2FF9-C62C-9E21-4D7BD985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8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659D-2F10-3308-A065-47003BF0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EDB4B-5E45-D4BD-AB8A-8F3CAD224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A3482-CE35-9613-8ED3-0CAB2F61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54574-E196-785D-5F47-D943FA49C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71684-D150-D1CA-EA56-362C84DF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70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2D58-C4EC-8FA0-FE26-02B0E5A8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CA165-C888-5540-A6EE-0915F9A65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6ED4B-C6A3-0780-23C5-9EDFA0E25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B2A20-8DF7-1B50-035B-EF4D0231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325D8-5B9E-A9A6-B515-7D2C5A9A3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9DC4F-94E5-E9C5-B2D7-0473DD8B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9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B38A-BE0E-4115-8373-ECDEDDDF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3E659-42D1-0721-B19F-FAAF349D8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44D12-52B6-41A1-8BB5-D2CDE515D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061EC-8576-31EF-BE71-B2D1D41E1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CD807-CBCC-3B3F-D719-EFF684019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C5E7C-0093-21A9-D5A8-3AB8DD4B1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3B9CA-619F-BE1D-E0A5-1AE6C3A0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160DC3-2230-13DC-33FF-5338EB1E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EE34-C174-41C6-C3DE-05491F1F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0C254-C65D-DFE4-405F-206D088BF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F66C5-E917-6DC3-F3D4-DAFE7C8B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3F613-A99B-34AB-F5FE-545F1A07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7A345-4707-5796-7928-51CD4135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8A7655-2EAF-A7FA-055E-D845B2192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11021-BD41-4F61-620C-9E84CA0F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0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2E102-9D18-7127-E50F-1F7D441A7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C751-FA4D-59FA-5BB0-417A3A075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7457C-8F00-840C-D127-78DB46FB6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50AA-A9FB-2F97-8D1D-1F68D7F7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D903B-6A15-2F2D-5E51-DDA5F9D8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785C2-F1EE-3B57-F824-EB1DFBAB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2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B157-DDF7-0D89-BE3E-3D900155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F3AB12-AD98-9CC1-8004-7A33B699E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84293-AED6-E66A-43F7-E6A0DD89F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253D-1BA0-11CA-CF42-D9289B0C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B1A4F-AC44-B8EE-DE1E-8A3264D78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978EA-07F9-A7DB-E7AD-D4481FE3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2EB5-863C-7C40-66D0-23E59F30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52294E-61CD-77AD-8679-25044533F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E6377-33AF-CC2C-126A-91273CAD5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F891B-A129-DEA6-2564-BECEE07E0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B86D-4EA4-F151-246A-E68C7007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6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319596-5D52-8917-53B4-7E8AA31F8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1318B-7B13-2300-CD8A-C7665176C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32AFB-B50E-654F-7E1E-35B2F212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15C34-1883-CF80-D27A-23656311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60FA9-E79F-C87D-C213-4CB1AF7BE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0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7BBC8-76E8-B194-CC69-87FC6A83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6FB2A-DCFA-6A71-C5E9-F61D27E1D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11878-A88C-CF55-09EC-E167D352E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67275-A416-0B42-B668-03B1EBCF039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930C4-A349-AE29-0D8C-A5DC7D7B4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0285E-4B80-ECD4-BD6C-AEB40615C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4507B-ABE4-5B44-92EF-D2F27BEBC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8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C17C-5EA5-297D-14CF-E02122CCB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Youtube</a:t>
            </a:r>
            <a:r>
              <a:rPr lang="en-US" dirty="0"/>
              <a:t> Logical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62B5C-EF3D-18E4-F981-30B52F9AD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6</a:t>
            </a:r>
          </a:p>
        </p:txBody>
      </p:sp>
    </p:spTree>
    <p:extLst>
      <p:ext uri="{BB962C8B-B14F-4D97-AF65-F5344CB8AC3E}">
        <p14:creationId xmlns:p14="http://schemas.microsoft.com/office/powerpoint/2010/main" val="163738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4371-3923-11C1-1840-D3A4220D7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13" y="167417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Entity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C18595-119E-CFA7-7B02-21EBEE887DFD}"/>
              </a:ext>
            </a:extLst>
          </p:cNvPr>
          <p:cNvSpPr/>
          <p:nvPr/>
        </p:nvSpPr>
        <p:spPr>
          <a:xfrm>
            <a:off x="172995" y="815547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EEE9D-C6B4-75D9-4E06-8607CC7103DE}"/>
              </a:ext>
            </a:extLst>
          </p:cNvPr>
          <p:cNvSpPr txBox="1"/>
          <p:nvPr/>
        </p:nvSpPr>
        <p:spPr>
          <a:xfrm>
            <a:off x="284205" y="902043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0BC8DF-5BD3-C0C9-72C6-9B3FFB5A7938}"/>
              </a:ext>
            </a:extLst>
          </p:cNvPr>
          <p:cNvSpPr/>
          <p:nvPr/>
        </p:nvSpPr>
        <p:spPr>
          <a:xfrm>
            <a:off x="172995" y="1952367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8ECB9-E139-4D81-E281-7A816FCB0409}"/>
              </a:ext>
            </a:extLst>
          </p:cNvPr>
          <p:cNvSpPr txBox="1"/>
          <p:nvPr/>
        </p:nvSpPr>
        <p:spPr>
          <a:xfrm>
            <a:off x="284205" y="2038863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Subscription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1710A-763E-837D-5985-148B18B065F4}"/>
              </a:ext>
            </a:extLst>
          </p:cNvPr>
          <p:cNvSpPr/>
          <p:nvPr/>
        </p:nvSpPr>
        <p:spPr>
          <a:xfrm>
            <a:off x="177113" y="3089187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BD5EB-AC46-116C-A62E-A645F0E6EB4F}"/>
              </a:ext>
            </a:extLst>
          </p:cNvPr>
          <p:cNvSpPr txBox="1"/>
          <p:nvPr/>
        </p:nvSpPr>
        <p:spPr>
          <a:xfrm>
            <a:off x="288323" y="3175683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799F2-DC32-027B-A5B5-B8F8AD3D94F0}"/>
              </a:ext>
            </a:extLst>
          </p:cNvPr>
          <p:cNvSpPr/>
          <p:nvPr/>
        </p:nvSpPr>
        <p:spPr>
          <a:xfrm>
            <a:off x="172995" y="4226007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357CB7-C7E5-1509-F92C-8189B39FDD3D}"/>
              </a:ext>
            </a:extLst>
          </p:cNvPr>
          <p:cNvSpPr txBox="1"/>
          <p:nvPr/>
        </p:nvSpPr>
        <p:spPr>
          <a:xfrm>
            <a:off x="284205" y="4312503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PlaybackSession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C212C0-2300-216B-F570-6DAFA85BCA9C}"/>
              </a:ext>
            </a:extLst>
          </p:cNvPr>
          <p:cNvSpPr/>
          <p:nvPr/>
        </p:nvSpPr>
        <p:spPr>
          <a:xfrm>
            <a:off x="172995" y="5375184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3EA420-178F-EF16-C17B-47698FEE67A7}"/>
              </a:ext>
            </a:extLst>
          </p:cNvPr>
          <p:cNvSpPr txBox="1"/>
          <p:nvPr/>
        </p:nvSpPr>
        <p:spPr>
          <a:xfrm>
            <a:off x="284205" y="5449323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Advertiser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49935E-13B2-DFCB-2761-65D176F9B912}"/>
              </a:ext>
            </a:extLst>
          </p:cNvPr>
          <p:cNvSpPr/>
          <p:nvPr/>
        </p:nvSpPr>
        <p:spPr>
          <a:xfrm>
            <a:off x="284205" y="1215083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UserID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9CDD5A-5555-0AEE-17A0-A45B41095752}"/>
              </a:ext>
            </a:extLst>
          </p:cNvPr>
          <p:cNvSpPr/>
          <p:nvPr/>
        </p:nvSpPr>
        <p:spPr>
          <a:xfrm>
            <a:off x="2115065" y="1206845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Email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B83EBA-39E3-C2CD-14F2-8A9AC6D158FC}"/>
              </a:ext>
            </a:extLst>
          </p:cNvPr>
          <p:cNvSpPr/>
          <p:nvPr/>
        </p:nvSpPr>
        <p:spPr>
          <a:xfrm>
            <a:off x="284205" y="2351903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SubscriptionID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611E9B-2315-F4CD-EBE8-BC2E9340F49F}"/>
              </a:ext>
            </a:extLst>
          </p:cNvPr>
          <p:cNvSpPr/>
          <p:nvPr/>
        </p:nvSpPr>
        <p:spPr>
          <a:xfrm>
            <a:off x="2115065" y="2351902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336ACF-3835-2468-1DF1-8ABBCCBC2C23}"/>
              </a:ext>
            </a:extLst>
          </p:cNvPr>
          <p:cNvSpPr/>
          <p:nvPr/>
        </p:nvSpPr>
        <p:spPr>
          <a:xfrm>
            <a:off x="3945925" y="2338173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StartDate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2C4DB0-655B-1C54-254E-B9582943BDAD}"/>
              </a:ext>
            </a:extLst>
          </p:cNvPr>
          <p:cNvSpPr/>
          <p:nvPr/>
        </p:nvSpPr>
        <p:spPr>
          <a:xfrm>
            <a:off x="5776785" y="2324444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EndDate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F420FF-B34E-2939-C990-39775E391E94}"/>
              </a:ext>
            </a:extLst>
          </p:cNvPr>
          <p:cNvSpPr/>
          <p:nvPr/>
        </p:nvSpPr>
        <p:spPr>
          <a:xfrm>
            <a:off x="284205" y="3488723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PlanID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65C160-C575-7D51-6CC0-223EC39EEA3D}"/>
              </a:ext>
            </a:extLst>
          </p:cNvPr>
          <p:cNvSpPr/>
          <p:nvPr/>
        </p:nvSpPr>
        <p:spPr>
          <a:xfrm>
            <a:off x="2115065" y="3479794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PlanName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42A316-EDF3-DD08-831A-DA07A0C1A514}"/>
              </a:ext>
            </a:extLst>
          </p:cNvPr>
          <p:cNvSpPr/>
          <p:nvPr/>
        </p:nvSpPr>
        <p:spPr>
          <a:xfrm>
            <a:off x="3941807" y="3479794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BillingPeriod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0981B6-A82F-E2D2-65C0-19CC1CFD8A30}"/>
              </a:ext>
            </a:extLst>
          </p:cNvPr>
          <p:cNvSpPr/>
          <p:nvPr/>
        </p:nvSpPr>
        <p:spPr>
          <a:xfrm>
            <a:off x="5768549" y="3488723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AdFreeFlag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DC679E-9D70-DEEF-08BD-977695CA4572}"/>
              </a:ext>
            </a:extLst>
          </p:cNvPr>
          <p:cNvSpPr/>
          <p:nvPr/>
        </p:nvSpPr>
        <p:spPr>
          <a:xfrm>
            <a:off x="7599409" y="3479794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2638E2-9E29-396A-6C9B-4A1DFC4B78D7}"/>
              </a:ext>
            </a:extLst>
          </p:cNvPr>
          <p:cNvSpPr/>
          <p:nvPr/>
        </p:nvSpPr>
        <p:spPr>
          <a:xfrm>
            <a:off x="284205" y="5806298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AdvertiserID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86307F-98A3-6EA0-CCCB-6F440B2D9A72}"/>
              </a:ext>
            </a:extLst>
          </p:cNvPr>
          <p:cNvSpPr/>
          <p:nvPr/>
        </p:nvSpPr>
        <p:spPr>
          <a:xfrm>
            <a:off x="284205" y="4681147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SessionID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33BE6A-E019-8907-DEDA-28C30437E684}"/>
              </a:ext>
            </a:extLst>
          </p:cNvPr>
          <p:cNvSpPr/>
          <p:nvPr/>
        </p:nvSpPr>
        <p:spPr>
          <a:xfrm>
            <a:off x="2110947" y="4681146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StartedAt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F7859B-ABD9-44AF-DE3E-2E39743462BB}"/>
              </a:ext>
            </a:extLst>
          </p:cNvPr>
          <p:cNvSpPr/>
          <p:nvPr/>
        </p:nvSpPr>
        <p:spPr>
          <a:xfrm>
            <a:off x="3937689" y="4681145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IsAdFreeAtStart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93D80C-0B2B-ED8E-0A5B-BBBA77F52B66}"/>
              </a:ext>
            </a:extLst>
          </p:cNvPr>
          <p:cNvSpPr/>
          <p:nvPr/>
        </p:nvSpPr>
        <p:spPr>
          <a:xfrm>
            <a:off x="2115065" y="5806298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Name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ABC5C5-0D96-3ADC-AFAB-98FAEDE10203}"/>
              </a:ext>
            </a:extLst>
          </p:cNvPr>
          <p:cNvSpPr/>
          <p:nvPr/>
        </p:nvSpPr>
        <p:spPr>
          <a:xfrm>
            <a:off x="7599409" y="2331308"/>
            <a:ext cx="952699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UserID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A1E8C2-5878-8E9E-443B-0967214C6447}"/>
              </a:ext>
            </a:extLst>
          </p:cNvPr>
          <p:cNvSpPr txBox="1"/>
          <p:nvPr/>
        </p:nvSpPr>
        <p:spPr>
          <a:xfrm>
            <a:off x="5142490" y="1963001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661FCD-D546-1F4B-83A9-B5061BE2F8EE}"/>
              </a:ext>
            </a:extLst>
          </p:cNvPr>
          <p:cNvSpPr/>
          <p:nvPr/>
        </p:nvSpPr>
        <p:spPr>
          <a:xfrm>
            <a:off x="8552108" y="2347439"/>
            <a:ext cx="1086162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PlanID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1D3D365-0D51-DA46-B722-A479202E85D5}"/>
              </a:ext>
            </a:extLst>
          </p:cNvPr>
          <p:cNvCxnSpPr>
            <a:cxnSpLocks/>
            <a:stCxn id="35" idx="0"/>
            <a:endCxn id="18" idx="2"/>
          </p:cNvCxnSpPr>
          <p:nvPr/>
        </p:nvCxnSpPr>
        <p:spPr>
          <a:xfrm flipH="1" flipV="1">
            <a:off x="1199635" y="1735438"/>
            <a:ext cx="6876124" cy="595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F221C225-AD29-EB0D-0401-0B8A28A9FBC3}"/>
              </a:ext>
            </a:extLst>
          </p:cNvPr>
          <p:cNvCxnSpPr>
            <a:cxnSpLocks/>
            <a:stCxn id="38" idx="2"/>
            <a:endCxn id="11" idx="2"/>
          </p:cNvCxnSpPr>
          <p:nvPr/>
        </p:nvCxnSpPr>
        <p:spPr>
          <a:xfrm rot="5400000">
            <a:off x="4862863" y="-687312"/>
            <a:ext cx="677221" cy="7787433"/>
          </a:xfrm>
          <a:prstGeom prst="bentConnector3">
            <a:avLst>
              <a:gd name="adj1" fmla="val 1337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AE9D7F8-A538-FDAC-51BA-0DC1FFE860E4}"/>
              </a:ext>
            </a:extLst>
          </p:cNvPr>
          <p:cNvSpPr txBox="1"/>
          <p:nvPr/>
        </p:nvSpPr>
        <p:spPr>
          <a:xfrm>
            <a:off x="6418207" y="1964896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BA953E-D8A2-0BF2-643F-E87239931457}"/>
              </a:ext>
            </a:extLst>
          </p:cNvPr>
          <p:cNvSpPr/>
          <p:nvPr/>
        </p:nvSpPr>
        <p:spPr>
          <a:xfrm>
            <a:off x="5776785" y="4681144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UserID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C5F4AF-CACE-669F-A79D-A1F99CEAA7F7}"/>
              </a:ext>
            </a:extLst>
          </p:cNvPr>
          <p:cNvSpPr txBox="1"/>
          <p:nvPr/>
        </p:nvSpPr>
        <p:spPr>
          <a:xfrm>
            <a:off x="4070121" y="4279549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A133F4-0C32-A4D9-A3E5-E287A51C6807}"/>
              </a:ext>
            </a:extLst>
          </p:cNvPr>
          <p:cNvCxnSpPr>
            <a:endCxn id="18" idx="2"/>
          </p:cNvCxnSpPr>
          <p:nvPr/>
        </p:nvCxnSpPr>
        <p:spPr>
          <a:xfrm flipH="1" flipV="1">
            <a:off x="1199635" y="1735438"/>
            <a:ext cx="5492580" cy="2913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EAA5D67-89A7-B81C-FC8B-97EA3E51E7AB}"/>
              </a:ext>
            </a:extLst>
          </p:cNvPr>
          <p:cNvSpPr/>
          <p:nvPr/>
        </p:nvSpPr>
        <p:spPr>
          <a:xfrm>
            <a:off x="9667303" y="2347438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AutoRenewFlag</a:t>
            </a:r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36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F339EAB2-D3D9-0A87-FF3F-A86636E40245}"/>
              </a:ext>
            </a:extLst>
          </p:cNvPr>
          <p:cNvSpPr/>
          <p:nvPr/>
        </p:nvSpPr>
        <p:spPr>
          <a:xfrm>
            <a:off x="177113" y="5735244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AAEA49-16F5-9480-9CAE-9A658126B5AC}"/>
              </a:ext>
            </a:extLst>
          </p:cNvPr>
          <p:cNvSpPr txBox="1"/>
          <p:nvPr/>
        </p:nvSpPr>
        <p:spPr>
          <a:xfrm>
            <a:off x="288323" y="5821740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BillingTransaction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3CF24C0-A1A6-5D1C-445D-7A7234B02E9A}"/>
              </a:ext>
            </a:extLst>
          </p:cNvPr>
          <p:cNvSpPr/>
          <p:nvPr/>
        </p:nvSpPr>
        <p:spPr>
          <a:xfrm>
            <a:off x="5853420" y="6158468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TxnSeqNo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D872363-AE96-6C8A-6AA6-36B4CD8D958A}"/>
              </a:ext>
            </a:extLst>
          </p:cNvPr>
          <p:cNvSpPr/>
          <p:nvPr/>
        </p:nvSpPr>
        <p:spPr>
          <a:xfrm>
            <a:off x="372729" y="6158469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Amount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B843162-2C62-2B29-A893-516E135DF7C4}"/>
              </a:ext>
            </a:extLst>
          </p:cNvPr>
          <p:cNvSpPr/>
          <p:nvPr/>
        </p:nvSpPr>
        <p:spPr>
          <a:xfrm>
            <a:off x="2203589" y="6158469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TxnStatus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937EBD3-59E4-18D8-4FA1-CF3B07831BD2}"/>
              </a:ext>
            </a:extLst>
          </p:cNvPr>
          <p:cNvSpPr/>
          <p:nvPr/>
        </p:nvSpPr>
        <p:spPr>
          <a:xfrm>
            <a:off x="4034449" y="6158468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SubscriptionID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67" name="Right Brace 66">
            <a:extLst>
              <a:ext uri="{FF2B5EF4-FFF2-40B4-BE49-F238E27FC236}">
                <a16:creationId xmlns:a16="http://schemas.microsoft.com/office/drawing/2014/main" id="{941E3548-E883-34B9-AD93-E27CCCA74665}"/>
              </a:ext>
            </a:extLst>
          </p:cNvPr>
          <p:cNvSpPr/>
          <p:nvPr/>
        </p:nvSpPr>
        <p:spPr>
          <a:xfrm rot="5400000">
            <a:off x="5686136" y="5752237"/>
            <a:ext cx="358345" cy="194653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2B7F8F-B04F-6EB0-4779-66CE38704593}"/>
              </a:ext>
            </a:extLst>
          </p:cNvPr>
          <p:cNvSpPr/>
          <p:nvPr/>
        </p:nvSpPr>
        <p:spPr>
          <a:xfrm>
            <a:off x="177113" y="98855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5AA1D-412C-A975-14F0-C6F5CAF70E62}"/>
              </a:ext>
            </a:extLst>
          </p:cNvPr>
          <p:cNvSpPr txBox="1"/>
          <p:nvPr/>
        </p:nvSpPr>
        <p:spPr>
          <a:xfrm>
            <a:off x="288323" y="185351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Campaign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274215-2827-CA89-AA1B-851B507DD273}"/>
              </a:ext>
            </a:extLst>
          </p:cNvPr>
          <p:cNvSpPr/>
          <p:nvPr/>
        </p:nvSpPr>
        <p:spPr>
          <a:xfrm>
            <a:off x="177113" y="1235675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2CBD0-2A7B-C0F1-4DD0-55CCB7FDC2AA}"/>
              </a:ext>
            </a:extLst>
          </p:cNvPr>
          <p:cNvSpPr txBox="1"/>
          <p:nvPr/>
        </p:nvSpPr>
        <p:spPr>
          <a:xfrm>
            <a:off x="288323" y="1322171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239CC-2306-2F48-7597-C4CF64507BB5}"/>
              </a:ext>
            </a:extLst>
          </p:cNvPr>
          <p:cNvSpPr/>
          <p:nvPr/>
        </p:nvSpPr>
        <p:spPr>
          <a:xfrm>
            <a:off x="177113" y="2378676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CEBE2-15A5-82DA-F011-22B4FB37A3C9}"/>
              </a:ext>
            </a:extLst>
          </p:cNvPr>
          <p:cNvSpPr txBox="1"/>
          <p:nvPr/>
        </p:nvSpPr>
        <p:spPr>
          <a:xfrm>
            <a:off x="288323" y="2465172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AdDelivery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85E758-CB03-89E2-A06F-FCDB30DBEB65}"/>
              </a:ext>
            </a:extLst>
          </p:cNvPr>
          <p:cNvSpPr/>
          <p:nvPr/>
        </p:nvSpPr>
        <p:spPr>
          <a:xfrm>
            <a:off x="288323" y="542325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CampaignID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B8B5DC-6B0A-4325-3457-E8CE229FD265}"/>
              </a:ext>
            </a:extLst>
          </p:cNvPr>
          <p:cNvSpPr/>
          <p:nvPr/>
        </p:nvSpPr>
        <p:spPr>
          <a:xfrm>
            <a:off x="2119183" y="541639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Name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A87C26-10C7-9FF5-0D94-FC0E93BF3F91}"/>
              </a:ext>
            </a:extLst>
          </p:cNvPr>
          <p:cNvSpPr/>
          <p:nvPr/>
        </p:nvSpPr>
        <p:spPr>
          <a:xfrm>
            <a:off x="3950043" y="540953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StartDate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64A636-B778-030A-C155-144901A432A4}"/>
              </a:ext>
            </a:extLst>
          </p:cNvPr>
          <p:cNvSpPr/>
          <p:nvPr/>
        </p:nvSpPr>
        <p:spPr>
          <a:xfrm>
            <a:off x="5780903" y="540267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EndDate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D6FA60-9F13-AE31-9370-7693FB57C09D}"/>
              </a:ext>
            </a:extLst>
          </p:cNvPr>
          <p:cNvSpPr/>
          <p:nvPr/>
        </p:nvSpPr>
        <p:spPr>
          <a:xfrm>
            <a:off x="288323" y="1641392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AdID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A001F6-EBD1-787B-D6A1-A9C169A417D7}"/>
              </a:ext>
            </a:extLst>
          </p:cNvPr>
          <p:cNvSpPr/>
          <p:nvPr/>
        </p:nvSpPr>
        <p:spPr>
          <a:xfrm>
            <a:off x="2119183" y="1641392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AdType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4FA49C-3449-F7E5-F950-A566DE6CC85E}"/>
              </a:ext>
            </a:extLst>
          </p:cNvPr>
          <p:cNvSpPr/>
          <p:nvPr/>
        </p:nvSpPr>
        <p:spPr>
          <a:xfrm>
            <a:off x="3950043" y="1641392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DurationSec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B1751C-B794-9FC8-20F2-6B2628638673}"/>
              </a:ext>
            </a:extLst>
          </p:cNvPr>
          <p:cNvSpPr/>
          <p:nvPr/>
        </p:nvSpPr>
        <p:spPr>
          <a:xfrm>
            <a:off x="5780903" y="1640704"/>
            <a:ext cx="1324232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PriceModel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77BC3A-C4E6-DCBE-7BEF-5D5058F96921}"/>
              </a:ext>
            </a:extLst>
          </p:cNvPr>
          <p:cNvSpPr/>
          <p:nvPr/>
        </p:nvSpPr>
        <p:spPr>
          <a:xfrm>
            <a:off x="288323" y="2795374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DeliveryID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0E1198-8680-47E2-5A20-01ECF185BCC4}"/>
              </a:ext>
            </a:extLst>
          </p:cNvPr>
          <p:cNvSpPr/>
          <p:nvPr/>
        </p:nvSpPr>
        <p:spPr>
          <a:xfrm>
            <a:off x="7699289" y="2766541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ServedAt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27594E-1139-3B5B-1CFA-C3509CA71328}"/>
              </a:ext>
            </a:extLst>
          </p:cNvPr>
          <p:cNvSpPr/>
          <p:nvPr/>
        </p:nvSpPr>
        <p:spPr>
          <a:xfrm>
            <a:off x="9530149" y="2766541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PricePaid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141EF1-672F-DFC1-EC6E-CC4CE4B4252B}"/>
              </a:ext>
            </a:extLst>
          </p:cNvPr>
          <p:cNvSpPr/>
          <p:nvPr/>
        </p:nvSpPr>
        <p:spPr>
          <a:xfrm>
            <a:off x="177113" y="3515496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7F1E15-1B17-7073-DCC1-41A219A0E709}"/>
              </a:ext>
            </a:extLst>
          </p:cNvPr>
          <p:cNvSpPr txBox="1"/>
          <p:nvPr/>
        </p:nvSpPr>
        <p:spPr>
          <a:xfrm>
            <a:off x="288323" y="3601992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AdSlot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182469-83EA-02A8-C7FE-FAEFD6B9F3C2}"/>
              </a:ext>
            </a:extLst>
          </p:cNvPr>
          <p:cNvSpPr/>
          <p:nvPr/>
        </p:nvSpPr>
        <p:spPr>
          <a:xfrm>
            <a:off x="288323" y="3932194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SlotSeqNo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787893-71A0-EBF1-5BC3-EEF23E07C31C}"/>
              </a:ext>
            </a:extLst>
          </p:cNvPr>
          <p:cNvSpPr/>
          <p:nvPr/>
        </p:nvSpPr>
        <p:spPr>
          <a:xfrm>
            <a:off x="3942117" y="3916745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PlacementType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819B75-391E-275B-D1AF-A674061056DC}"/>
              </a:ext>
            </a:extLst>
          </p:cNvPr>
          <p:cNvSpPr/>
          <p:nvPr/>
        </p:nvSpPr>
        <p:spPr>
          <a:xfrm>
            <a:off x="5772977" y="3916745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RequestedAt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CEE439-642C-4636-F9F7-F9A7F0E3E3DF}"/>
              </a:ext>
            </a:extLst>
          </p:cNvPr>
          <p:cNvSpPr/>
          <p:nvPr/>
        </p:nvSpPr>
        <p:spPr>
          <a:xfrm>
            <a:off x="177113" y="4652316"/>
            <a:ext cx="11837773" cy="105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D8F6DA-5EC3-4F99-FE80-1935476D715F}"/>
              </a:ext>
            </a:extLst>
          </p:cNvPr>
          <p:cNvSpPr txBox="1"/>
          <p:nvPr/>
        </p:nvSpPr>
        <p:spPr>
          <a:xfrm>
            <a:off x="288323" y="4738812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AdInteraction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82BC51-F060-B129-BE51-71465B4CDC00}"/>
              </a:ext>
            </a:extLst>
          </p:cNvPr>
          <p:cNvSpPr/>
          <p:nvPr/>
        </p:nvSpPr>
        <p:spPr>
          <a:xfrm>
            <a:off x="7599874" y="5050479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EventSeqNo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1BC8A4-1266-AB42-412D-38CF70AE987A}"/>
              </a:ext>
            </a:extLst>
          </p:cNvPr>
          <p:cNvSpPr/>
          <p:nvPr/>
        </p:nvSpPr>
        <p:spPr>
          <a:xfrm>
            <a:off x="2119183" y="5050480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EventType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EDF3083-E574-181C-77B2-977E7A5EA182}"/>
              </a:ext>
            </a:extLst>
          </p:cNvPr>
          <p:cNvSpPr/>
          <p:nvPr/>
        </p:nvSpPr>
        <p:spPr>
          <a:xfrm>
            <a:off x="3950043" y="5050480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EventAt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0F88A1-2C91-0560-0FCF-C74B030FCDCE}"/>
              </a:ext>
            </a:extLst>
          </p:cNvPr>
          <p:cNvSpPr/>
          <p:nvPr/>
        </p:nvSpPr>
        <p:spPr>
          <a:xfrm>
            <a:off x="2111257" y="3927044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SessionID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E7433C-510D-1AF0-322C-923C550004B4}"/>
              </a:ext>
            </a:extLst>
          </p:cNvPr>
          <p:cNvSpPr txBox="1"/>
          <p:nvPr/>
        </p:nvSpPr>
        <p:spPr>
          <a:xfrm>
            <a:off x="342495" y="3568008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4D1282-CE61-3541-B719-42D90739FF41}"/>
              </a:ext>
            </a:extLst>
          </p:cNvPr>
          <p:cNvSpPr/>
          <p:nvPr/>
        </p:nvSpPr>
        <p:spPr>
          <a:xfrm>
            <a:off x="2152952" y="2783188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SlotSeqNo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48746D-942B-32C7-962B-752FC1F0CB8A}"/>
              </a:ext>
            </a:extLst>
          </p:cNvPr>
          <p:cNvSpPr/>
          <p:nvPr/>
        </p:nvSpPr>
        <p:spPr>
          <a:xfrm>
            <a:off x="3983812" y="2776319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SessionID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E78217-0026-0299-C922-BE36E6F83A66}"/>
              </a:ext>
            </a:extLst>
          </p:cNvPr>
          <p:cNvSpPr txBox="1"/>
          <p:nvPr/>
        </p:nvSpPr>
        <p:spPr>
          <a:xfrm>
            <a:off x="1145787" y="2399440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97DF107-D49E-BD8D-0479-1CC3E3C0AAB0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1203753" y="3271449"/>
            <a:ext cx="5580106" cy="660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81A791F-7087-E855-F9CC-94E63727D6F4}"/>
              </a:ext>
            </a:extLst>
          </p:cNvPr>
          <p:cNvSpPr/>
          <p:nvPr/>
        </p:nvSpPr>
        <p:spPr>
          <a:xfrm>
            <a:off x="5814672" y="2771171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AdID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5958C4-EEB7-CF18-F515-BCBB7A906363}"/>
              </a:ext>
            </a:extLst>
          </p:cNvPr>
          <p:cNvSpPr txBox="1"/>
          <p:nvPr/>
        </p:nvSpPr>
        <p:spPr>
          <a:xfrm>
            <a:off x="2438398" y="2353961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496907B-CE97-97D9-A945-19A8F2E5C6B9}"/>
              </a:ext>
            </a:extLst>
          </p:cNvPr>
          <p:cNvCxnSpPr>
            <a:stCxn id="42" idx="0"/>
            <a:endCxn id="15" idx="2"/>
          </p:cNvCxnSpPr>
          <p:nvPr/>
        </p:nvCxnSpPr>
        <p:spPr>
          <a:xfrm flipH="1" flipV="1">
            <a:off x="1203753" y="2161747"/>
            <a:ext cx="5526349" cy="609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2A154E8-3E45-23CF-6440-1BB70A7C1CCF}"/>
              </a:ext>
            </a:extLst>
          </p:cNvPr>
          <p:cNvSpPr/>
          <p:nvPr/>
        </p:nvSpPr>
        <p:spPr>
          <a:xfrm>
            <a:off x="5780903" y="5050479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DeliveryID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782714-6612-2CA4-870F-24D0721D6AAD}"/>
              </a:ext>
            </a:extLst>
          </p:cNvPr>
          <p:cNvSpPr txBox="1"/>
          <p:nvPr/>
        </p:nvSpPr>
        <p:spPr>
          <a:xfrm>
            <a:off x="4066313" y="4712726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29409E7-EFCE-4B93-1237-79C5043D35DA}"/>
              </a:ext>
            </a:extLst>
          </p:cNvPr>
          <p:cNvCxnSpPr>
            <a:stCxn id="46" idx="0"/>
            <a:endCxn id="19" idx="2"/>
          </p:cNvCxnSpPr>
          <p:nvPr/>
        </p:nvCxnSpPr>
        <p:spPr>
          <a:xfrm flipH="1" flipV="1">
            <a:off x="1203753" y="3315729"/>
            <a:ext cx="5492580" cy="1734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AE6B7D5-0A4E-6860-18FE-E2DC521C7CBA}"/>
              </a:ext>
            </a:extLst>
          </p:cNvPr>
          <p:cNvSpPr/>
          <p:nvPr/>
        </p:nvSpPr>
        <p:spPr>
          <a:xfrm>
            <a:off x="7105135" y="1647057"/>
            <a:ext cx="1441621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CampaignID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80F992-D079-FD46-D39F-BCA23E98E570}"/>
              </a:ext>
            </a:extLst>
          </p:cNvPr>
          <p:cNvSpPr txBox="1"/>
          <p:nvPr/>
        </p:nvSpPr>
        <p:spPr>
          <a:xfrm>
            <a:off x="5176363" y="1281502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D737468-A524-9B85-3B8A-D3FE14555DBC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315813" y="1060106"/>
            <a:ext cx="7510133" cy="586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3DA5AE8E-38F0-C792-5C0D-C4734DEDED40}"/>
              </a:ext>
            </a:extLst>
          </p:cNvPr>
          <p:cNvSpPr/>
          <p:nvPr/>
        </p:nvSpPr>
        <p:spPr>
          <a:xfrm>
            <a:off x="7611763" y="541639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ysClr val="windowText" lastClr="000000"/>
                </a:solidFill>
              </a:rPr>
              <a:t>AdvertiserID</a:t>
            </a:r>
            <a:endParaRPr lang="en-US" u="sng" dirty="0">
              <a:solidFill>
                <a:sysClr val="windowText" lastClr="00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A077B9-B295-2C4D-56DB-5FC8D0F31D1C}"/>
              </a:ext>
            </a:extLst>
          </p:cNvPr>
          <p:cNvSpPr txBox="1"/>
          <p:nvPr/>
        </p:nvSpPr>
        <p:spPr>
          <a:xfrm>
            <a:off x="5780903" y="236850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56" name="Right Brace 55">
            <a:extLst>
              <a:ext uri="{FF2B5EF4-FFF2-40B4-BE49-F238E27FC236}">
                <a16:creationId xmlns:a16="http://schemas.microsoft.com/office/drawing/2014/main" id="{B122BDA6-8646-8870-DBA2-9C0923164180}"/>
              </a:ext>
            </a:extLst>
          </p:cNvPr>
          <p:cNvSpPr/>
          <p:nvPr/>
        </p:nvSpPr>
        <p:spPr>
          <a:xfrm rot="5400000">
            <a:off x="2082253" y="3620013"/>
            <a:ext cx="358345" cy="194653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E0E682-9317-A3A5-10E7-A8066CA46D22}"/>
              </a:ext>
            </a:extLst>
          </p:cNvPr>
          <p:cNvSpPr txBox="1"/>
          <p:nvPr/>
        </p:nvSpPr>
        <p:spPr>
          <a:xfrm>
            <a:off x="1915789" y="4648544"/>
            <a:ext cx="3206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Composite Primary Key</a:t>
            </a:r>
          </a:p>
        </p:txBody>
      </p:sp>
      <p:sp>
        <p:nvSpPr>
          <p:cNvPr id="58" name="Right Brace 57">
            <a:extLst>
              <a:ext uri="{FF2B5EF4-FFF2-40B4-BE49-F238E27FC236}">
                <a16:creationId xmlns:a16="http://schemas.microsoft.com/office/drawing/2014/main" id="{C9890756-AD6C-68E2-F4B5-68E41550EC47}"/>
              </a:ext>
            </a:extLst>
          </p:cNvPr>
          <p:cNvSpPr/>
          <p:nvPr/>
        </p:nvSpPr>
        <p:spPr>
          <a:xfrm rot="5400000">
            <a:off x="7330897" y="4809345"/>
            <a:ext cx="358345" cy="194653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06BDD4-1934-3B89-BB32-65914A7169EF}"/>
              </a:ext>
            </a:extLst>
          </p:cNvPr>
          <p:cNvSpPr txBox="1"/>
          <p:nvPr/>
        </p:nvSpPr>
        <p:spPr>
          <a:xfrm>
            <a:off x="6783859" y="5789136"/>
            <a:ext cx="3206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Composite Primary Key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85F16E7-9E75-A17F-FA2D-FFCFBEDAEA54}"/>
              </a:ext>
            </a:extLst>
          </p:cNvPr>
          <p:cNvSpPr txBox="1"/>
          <p:nvPr/>
        </p:nvSpPr>
        <p:spPr>
          <a:xfrm>
            <a:off x="4949879" y="6732715"/>
            <a:ext cx="3206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Composite Primary Key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17DFD0-9E0A-8E05-49AC-43469205A876}"/>
              </a:ext>
            </a:extLst>
          </p:cNvPr>
          <p:cNvSpPr txBox="1"/>
          <p:nvPr/>
        </p:nvSpPr>
        <p:spPr>
          <a:xfrm>
            <a:off x="2207850" y="5854344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0A9C9AB-DF32-52D7-D9B8-5B41B078DF06}"/>
              </a:ext>
            </a:extLst>
          </p:cNvPr>
          <p:cNvSpPr/>
          <p:nvPr/>
        </p:nvSpPr>
        <p:spPr>
          <a:xfrm>
            <a:off x="7664901" y="6143360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TxnType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D682B5A-30AD-FED8-19A1-DF1FD0CB1DA3}"/>
              </a:ext>
            </a:extLst>
          </p:cNvPr>
          <p:cNvSpPr/>
          <p:nvPr/>
        </p:nvSpPr>
        <p:spPr>
          <a:xfrm>
            <a:off x="9497822" y="6150914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TxnDateTime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2BFFA77-00D9-FADB-56FB-61C6742812F7}"/>
              </a:ext>
            </a:extLst>
          </p:cNvPr>
          <p:cNvSpPr/>
          <p:nvPr/>
        </p:nvSpPr>
        <p:spPr>
          <a:xfrm>
            <a:off x="8546756" y="1647057"/>
            <a:ext cx="1441621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BidAmount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72E052E-68EA-A418-758B-3873256A4953}"/>
              </a:ext>
            </a:extLst>
          </p:cNvPr>
          <p:cNvSpPr/>
          <p:nvPr/>
        </p:nvSpPr>
        <p:spPr>
          <a:xfrm>
            <a:off x="9989407" y="1640703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ClickURL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FDA21C2-751C-92EE-5B5F-54145413A477}"/>
              </a:ext>
            </a:extLst>
          </p:cNvPr>
          <p:cNvSpPr/>
          <p:nvPr/>
        </p:nvSpPr>
        <p:spPr>
          <a:xfrm>
            <a:off x="9430734" y="547647"/>
            <a:ext cx="1830860" cy="52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Budget</a:t>
            </a:r>
          </a:p>
        </p:txBody>
      </p:sp>
    </p:spTree>
    <p:extLst>
      <p:ext uri="{BB962C8B-B14F-4D97-AF65-F5344CB8AC3E}">
        <p14:creationId xmlns:p14="http://schemas.microsoft.com/office/powerpoint/2010/main" val="2345474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8C8A-26FF-C4F5-7661-743D858B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36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100</Words>
  <Application>Microsoft Macintosh PowerPoint</Application>
  <PresentationFormat>Widescreen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Youtube Logical Model</vt:lpstr>
      <vt:lpstr>Entity Types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Jamison Orton</dc:creator>
  <cp:lastModifiedBy>Jamison Orton</cp:lastModifiedBy>
  <cp:revision>3</cp:revision>
  <dcterms:created xsi:type="dcterms:W3CDTF">2026-03-03T16:47:13Z</dcterms:created>
  <dcterms:modified xsi:type="dcterms:W3CDTF">2026-03-04T18:17:03Z</dcterms:modified>
</cp:coreProperties>
</file>