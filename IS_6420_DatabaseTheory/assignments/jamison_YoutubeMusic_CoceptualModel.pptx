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60" r:id="rId4"/>
    <p:sldId id="261" r:id="rId5"/>
    <p:sldId id="262" r:id="rId6"/>
    <p:sldId id="258" r:id="rId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" roundtripDataSignature="AMtx7mikkc0shLdmRsJfJfPBmHEXVKDI8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3" name="Google Shape;7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9" name="Google Shape;7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297687D9-1116-FEF7-F46F-500452BF0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>
            <a:extLst>
              <a:ext uri="{FF2B5EF4-FFF2-40B4-BE49-F238E27FC236}">
                <a16:creationId xmlns:a16="http://schemas.microsoft.com/office/drawing/2014/main" id="{7011F249-C22D-7129-CB21-99E410F236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9" name="Google Shape;79;p2:notes">
            <a:extLst>
              <a:ext uri="{FF2B5EF4-FFF2-40B4-BE49-F238E27FC236}">
                <a16:creationId xmlns:a16="http://schemas.microsoft.com/office/drawing/2014/main" id="{6DD0E45C-7F74-00A5-B4D4-E08C74D17E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799296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B59738FB-2EEC-2AAA-6D3E-85892D0E5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>
            <a:extLst>
              <a:ext uri="{FF2B5EF4-FFF2-40B4-BE49-F238E27FC236}">
                <a16:creationId xmlns:a16="http://schemas.microsoft.com/office/drawing/2014/main" id="{4B5A680F-41C4-78A8-E0E4-6145F0B29F0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9" name="Google Shape;79;p2:notes">
            <a:extLst>
              <a:ext uri="{FF2B5EF4-FFF2-40B4-BE49-F238E27FC236}">
                <a16:creationId xmlns:a16="http://schemas.microsoft.com/office/drawing/2014/main" id="{C6CA305D-0637-C08E-0F10-1FCBEC9299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348653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>
          <a:extLst>
            <a:ext uri="{FF2B5EF4-FFF2-40B4-BE49-F238E27FC236}">
              <a16:creationId xmlns:a16="http://schemas.microsoft.com/office/drawing/2014/main" id="{32339169-9839-5517-EF70-52EF56E3D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:notes">
            <a:extLst>
              <a:ext uri="{FF2B5EF4-FFF2-40B4-BE49-F238E27FC236}">
                <a16:creationId xmlns:a16="http://schemas.microsoft.com/office/drawing/2014/main" id="{5A453104-BCC4-0060-9D5C-8EAEBBBD14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9" name="Google Shape;79;p2:notes">
            <a:extLst>
              <a:ext uri="{FF2B5EF4-FFF2-40B4-BE49-F238E27FC236}">
                <a16:creationId xmlns:a16="http://schemas.microsoft.com/office/drawing/2014/main" id="{E13EE005-6AF4-B8E9-99A2-AE0373C9E8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290716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ed78e8fd5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ged78e8fd5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4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4"/>
          <p:cNvSpPr txBox="1">
            <a:spLocks noGrp="1"/>
          </p:cNvSpPr>
          <p:nvPr>
            <p:ph type="dt" idx="10"/>
          </p:nvPr>
        </p:nvSpPr>
        <p:spPr>
          <a:xfrm>
            <a:off x="114300" y="65024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ftr" idx="11"/>
          </p:nvPr>
        </p:nvSpPr>
        <p:spPr>
          <a:xfrm>
            <a:off x="4038600" y="6502400"/>
            <a:ext cx="41148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9321800" y="65151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title"/>
          </p:nvPr>
        </p:nvSpPr>
        <p:spPr>
          <a:xfrm>
            <a:off x="114300" y="123825"/>
            <a:ext cx="119507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body" idx="1"/>
          </p:nvPr>
        </p:nvSpPr>
        <p:spPr>
          <a:xfrm>
            <a:off x="114300" y="606424"/>
            <a:ext cx="11950700" cy="578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dt" idx="10"/>
          </p:nvPr>
        </p:nvSpPr>
        <p:spPr>
          <a:xfrm>
            <a:off x="114300" y="65024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ftr" idx="11"/>
          </p:nvPr>
        </p:nvSpPr>
        <p:spPr>
          <a:xfrm>
            <a:off x="4038600" y="6502400"/>
            <a:ext cx="41148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9321800" y="65151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dt" idx="10"/>
          </p:nvPr>
        </p:nvSpPr>
        <p:spPr>
          <a:xfrm>
            <a:off x="114300" y="65024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ftr" idx="11"/>
          </p:nvPr>
        </p:nvSpPr>
        <p:spPr>
          <a:xfrm>
            <a:off x="4038600" y="6502400"/>
            <a:ext cx="41148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9321800" y="65151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114300" y="123825"/>
            <a:ext cx="119507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114300" y="619124"/>
            <a:ext cx="5740400" cy="560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2"/>
          </p:nvPr>
        </p:nvSpPr>
        <p:spPr>
          <a:xfrm>
            <a:off x="6324600" y="619124"/>
            <a:ext cx="5740400" cy="560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dt" idx="10"/>
          </p:nvPr>
        </p:nvSpPr>
        <p:spPr>
          <a:xfrm>
            <a:off x="114300" y="65024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ftr" idx="11"/>
          </p:nvPr>
        </p:nvSpPr>
        <p:spPr>
          <a:xfrm>
            <a:off x="4038600" y="6502400"/>
            <a:ext cx="41148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9321800" y="65151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114300" y="123825"/>
            <a:ext cx="119507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dt" idx="10"/>
          </p:nvPr>
        </p:nvSpPr>
        <p:spPr>
          <a:xfrm>
            <a:off x="114300" y="65024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ftr" idx="11"/>
          </p:nvPr>
        </p:nvSpPr>
        <p:spPr>
          <a:xfrm>
            <a:off x="4038600" y="6502400"/>
            <a:ext cx="41148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9321800" y="65151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 txBox="1">
            <a:spLocks noGrp="1"/>
          </p:cNvSpPr>
          <p:nvPr>
            <p:ph type="dt" idx="10"/>
          </p:nvPr>
        </p:nvSpPr>
        <p:spPr>
          <a:xfrm>
            <a:off x="114300" y="65024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ftr" idx="11"/>
          </p:nvPr>
        </p:nvSpPr>
        <p:spPr>
          <a:xfrm>
            <a:off x="4038600" y="6502400"/>
            <a:ext cx="41148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9321800" y="65151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49" name="Google Shape;49;p10"/>
          <p:cNvSpPr txBox="1">
            <a:spLocks noGrp="1"/>
          </p:cNvSpPr>
          <p:nvPr>
            <p:ph type="dt" idx="10"/>
          </p:nvPr>
        </p:nvSpPr>
        <p:spPr>
          <a:xfrm>
            <a:off x="114300" y="65024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ftr" idx="11"/>
          </p:nvPr>
        </p:nvSpPr>
        <p:spPr>
          <a:xfrm>
            <a:off x="4038600" y="6502400"/>
            <a:ext cx="41148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0"/>
          <p:cNvSpPr txBox="1">
            <a:spLocks noGrp="1"/>
          </p:cNvSpPr>
          <p:nvPr>
            <p:ph type="sldNum" idx="12"/>
          </p:nvPr>
        </p:nvSpPr>
        <p:spPr>
          <a:xfrm>
            <a:off x="9321800" y="65151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6" name="Google Shape;56;p11"/>
          <p:cNvSpPr txBox="1">
            <a:spLocks noGrp="1"/>
          </p:cNvSpPr>
          <p:nvPr>
            <p:ph type="dt" idx="10"/>
          </p:nvPr>
        </p:nvSpPr>
        <p:spPr>
          <a:xfrm>
            <a:off x="114300" y="65024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ftr" idx="11"/>
          </p:nvPr>
        </p:nvSpPr>
        <p:spPr>
          <a:xfrm>
            <a:off x="4038600" y="6502400"/>
            <a:ext cx="41148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1"/>
          <p:cNvSpPr txBox="1">
            <a:spLocks noGrp="1"/>
          </p:cNvSpPr>
          <p:nvPr>
            <p:ph type="sldNum" idx="12"/>
          </p:nvPr>
        </p:nvSpPr>
        <p:spPr>
          <a:xfrm>
            <a:off x="9321800" y="65151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2"/>
          <p:cNvSpPr txBox="1">
            <a:spLocks noGrp="1"/>
          </p:cNvSpPr>
          <p:nvPr>
            <p:ph type="title"/>
          </p:nvPr>
        </p:nvSpPr>
        <p:spPr>
          <a:xfrm>
            <a:off x="114300" y="123825"/>
            <a:ext cx="119507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2"/>
          <p:cNvSpPr txBox="1">
            <a:spLocks noGrp="1"/>
          </p:cNvSpPr>
          <p:nvPr>
            <p:ph type="body" idx="1"/>
          </p:nvPr>
        </p:nvSpPr>
        <p:spPr>
          <a:xfrm rot="5400000">
            <a:off x="3198812" y="-2478089"/>
            <a:ext cx="5781675" cy="1195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2" name="Google Shape;62;p12"/>
          <p:cNvSpPr txBox="1">
            <a:spLocks noGrp="1"/>
          </p:cNvSpPr>
          <p:nvPr>
            <p:ph type="dt" idx="10"/>
          </p:nvPr>
        </p:nvSpPr>
        <p:spPr>
          <a:xfrm>
            <a:off x="114300" y="65024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2"/>
          <p:cNvSpPr txBox="1">
            <a:spLocks noGrp="1"/>
          </p:cNvSpPr>
          <p:nvPr>
            <p:ph type="ftr" idx="11"/>
          </p:nvPr>
        </p:nvSpPr>
        <p:spPr>
          <a:xfrm>
            <a:off x="4038600" y="6502400"/>
            <a:ext cx="41148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2"/>
          <p:cNvSpPr txBox="1">
            <a:spLocks noGrp="1"/>
          </p:cNvSpPr>
          <p:nvPr>
            <p:ph type="sldNum" idx="12"/>
          </p:nvPr>
        </p:nvSpPr>
        <p:spPr>
          <a:xfrm>
            <a:off x="9321800" y="65151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dt" idx="10"/>
          </p:nvPr>
        </p:nvSpPr>
        <p:spPr>
          <a:xfrm>
            <a:off x="114300" y="65024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ftr" idx="11"/>
          </p:nvPr>
        </p:nvSpPr>
        <p:spPr>
          <a:xfrm>
            <a:off x="4038600" y="6502400"/>
            <a:ext cx="41148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sldNum" idx="12"/>
          </p:nvPr>
        </p:nvSpPr>
        <p:spPr>
          <a:xfrm>
            <a:off x="9321800" y="65151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"/>
          <p:cNvSpPr txBox="1">
            <a:spLocks noGrp="1"/>
          </p:cNvSpPr>
          <p:nvPr>
            <p:ph type="title"/>
          </p:nvPr>
        </p:nvSpPr>
        <p:spPr>
          <a:xfrm>
            <a:off x="114300" y="123825"/>
            <a:ext cx="1195070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3"/>
          <p:cNvSpPr txBox="1">
            <a:spLocks noGrp="1"/>
          </p:cNvSpPr>
          <p:nvPr>
            <p:ph type="body" idx="1"/>
          </p:nvPr>
        </p:nvSpPr>
        <p:spPr>
          <a:xfrm>
            <a:off x="114300" y="606424"/>
            <a:ext cx="11950700" cy="578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3"/>
          <p:cNvSpPr txBox="1">
            <a:spLocks noGrp="1"/>
          </p:cNvSpPr>
          <p:nvPr>
            <p:ph type="dt" idx="10"/>
          </p:nvPr>
        </p:nvSpPr>
        <p:spPr>
          <a:xfrm>
            <a:off x="114300" y="65024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3"/>
          <p:cNvSpPr txBox="1">
            <a:spLocks noGrp="1"/>
          </p:cNvSpPr>
          <p:nvPr>
            <p:ph type="ftr" idx="11"/>
          </p:nvPr>
        </p:nvSpPr>
        <p:spPr>
          <a:xfrm>
            <a:off x="4038600" y="6502400"/>
            <a:ext cx="41148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3"/>
          <p:cNvSpPr txBox="1">
            <a:spLocks noGrp="1"/>
          </p:cNvSpPr>
          <p:nvPr>
            <p:ph type="sldNum" idx="12"/>
          </p:nvPr>
        </p:nvSpPr>
        <p:spPr>
          <a:xfrm>
            <a:off x="9321800" y="6515100"/>
            <a:ext cx="27432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US"/>
              <a:t>ERD Template</a:t>
            </a:r>
            <a:endParaRPr/>
          </a:p>
        </p:txBody>
      </p:sp>
      <p:sp>
        <p:nvSpPr>
          <p:cNvPr id="76" name="Google Shape;76;p1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Chen Notation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Version 2.0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"/>
          <p:cNvSpPr txBox="1">
            <a:spLocks noGrp="1"/>
          </p:cNvSpPr>
          <p:nvPr>
            <p:ph type="title"/>
          </p:nvPr>
        </p:nvSpPr>
        <p:spPr>
          <a:xfrm>
            <a:off x="1286050" y="123825"/>
            <a:ext cx="107790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Calibri"/>
              <a:buNone/>
            </a:pPr>
            <a:r>
              <a:rPr lang="en-US" sz="2160"/>
              <a:t>&lt;title&gt;</a:t>
            </a:r>
            <a:endParaRPr/>
          </a:p>
        </p:txBody>
      </p:sp>
      <p:sp>
        <p:nvSpPr>
          <p:cNvPr id="82" name="Google Shape;82;p2"/>
          <p:cNvSpPr/>
          <p:nvPr/>
        </p:nvSpPr>
        <p:spPr>
          <a:xfrm>
            <a:off x="-650951" y="123844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&lt;entity type name&gt;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" name="Google Shape;83;p2"/>
          <p:cNvGrpSpPr/>
          <p:nvPr/>
        </p:nvGrpSpPr>
        <p:grpSpPr>
          <a:xfrm>
            <a:off x="-714170" y="843793"/>
            <a:ext cx="1497900" cy="586200"/>
            <a:chOff x="-2693116" y="2284388"/>
            <a:chExt cx="1497900" cy="586200"/>
          </a:xfrm>
        </p:grpSpPr>
        <p:sp>
          <p:nvSpPr>
            <p:cNvPr id="84" name="Google Shape;84;p2"/>
            <p:cNvSpPr/>
            <p:nvPr/>
          </p:nvSpPr>
          <p:spPr>
            <a:xfrm>
              <a:off x="-2693116" y="2284388"/>
              <a:ext cx="1497900" cy="5862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-2634718" y="2337521"/>
              <a:ext cx="1400100" cy="4680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&lt;weak entity type name&gt;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86" name="Google Shape;86;p2"/>
          <p:cNvCxnSpPr/>
          <p:nvPr/>
        </p:nvCxnSpPr>
        <p:spPr>
          <a:xfrm rot="10800000">
            <a:off x="-531609" y="3435631"/>
            <a:ext cx="1132800" cy="389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87" name="Google Shape;87;p2"/>
          <p:cNvSpPr/>
          <p:nvPr/>
        </p:nvSpPr>
        <p:spPr>
          <a:xfrm>
            <a:off x="4" y="5301907"/>
            <a:ext cx="273600" cy="2541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"/>
          <p:cNvSpPr/>
          <p:nvPr/>
        </p:nvSpPr>
        <p:spPr>
          <a:xfrm>
            <a:off x="7" y="6252437"/>
            <a:ext cx="273600" cy="2541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" name="Google Shape;89;p2"/>
          <p:cNvCxnSpPr/>
          <p:nvPr/>
        </p:nvCxnSpPr>
        <p:spPr>
          <a:xfrm rot="10800000">
            <a:off x="-593490" y="3768094"/>
            <a:ext cx="1132800" cy="389400"/>
          </a:xfrm>
          <a:prstGeom prst="straightConnector1">
            <a:avLst/>
          </a:prstGeom>
          <a:noFill/>
          <a:ln w="50800" cap="flat" cmpd="dbl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90" name="Google Shape;90;p2"/>
          <p:cNvSpPr/>
          <p:nvPr/>
        </p:nvSpPr>
        <p:spPr>
          <a:xfrm>
            <a:off x="6" y="5815321"/>
            <a:ext cx="273600" cy="2541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/>
          <p:nvPr/>
        </p:nvSpPr>
        <p:spPr>
          <a:xfrm>
            <a:off x="11586740" y="257525"/>
            <a:ext cx="1286400" cy="5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&lt;Id name&gt;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"/>
          <p:cNvSpPr/>
          <p:nvPr/>
        </p:nvSpPr>
        <p:spPr>
          <a:xfrm>
            <a:off x="11567729" y="954839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&lt;attribute name&gt;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" name="Google Shape;93;p2"/>
          <p:cNvGrpSpPr/>
          <p:nvPr/>
        </p:nvGrpSpPr>
        <p:grpSpPr>
          <a:xfrm>
            <a:off x="11503962" y="1696998"/>
            <a:ext cx="1413035" cy="512235"/>
            <a:chOff x="556313" y="4827396"/>
            <a:chExt cx="1236900" cy="730200"/>
          </a:xfrm>
        </p:grpSpPr>
        <p:sp>
          <p:nvSpPr>
            <p:cNvPr id="94" name="Google Shape;94;p2"/>
            <p:cNvSpPr/>
            <p:nvPr/>
          </p:nvSpPr>
          <p:spPr>
            <a:xfrm>
              <a:off x="556313" y="4827396"/>
              <a:ext cx="1236900" cy="73020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630975" y="4909162"/>
              <a:ext cx="1087500" cy="56730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&lt;multi valued attribute name&gt;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6" name="Google Shape;96;p2"/>
          <p:cNvSpPr/>
          <p:nvPr/>
        </p:nvSpPr>
        <p:spPr>
          <a:xfrm>
            <a:off x="11614686" y="5391513"/>
            <a:ext cx="1191600" cy="608100"/>
          </a:xfrm>
          <a:prstGeom prst="wedgeRoundRectCallout">
            <a:avLst>
              <a:gd name="adj1" fmla="val -37323"/>
              <a:gd name="adj2" fmla="val 106618"/>
              <a:gd name="adj3" fmla="val 16667"/>
            </a:avLst>
          </a:prstGeom>
          <a:solidFill>
            <a:srgbClr val="FFF1B2">
              <a:alpha val="43530"/>
            </a:srgbClr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&lt;annotation&gt;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" name="Google Shape;97;p2"/>
          <p:cNvCxnSpPr/>
          <p:nvPr/>
        </p:nvCxnSpPr>
        <p:spPr>
          <a:xfrm rot="10800000">
            <a:off x="11698781" y="2653177"/>
            <a:ext cx="1132800" cy="389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98" name="Google Shape;98;p2"/>
          <p:cNvSpPr txBox="1"/>
          <p:nvPr/>
        </p:nvSpPr>
        <p:spPr>
          <a:xfrm>
            <a:off x="-97754" y="4359166"/>
            <a:ext cx="293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" name="Google Shape;99;p2"/>
          <p:cNvGrpSpPr/>
          <p:nvPr/>
        </p:nvGrpSpPr>
        <p:grpSpPr>
          <a:xfrm>
            <a:off x="-850135" y="1681958"/>
            <a:ext cx="1769830" cy="601664"/>
            <a:chOff x="259630" y="3076443"/>
            <a:chExt cx="2013000" cy="840900"/>
          </a:xfrm>
        </p:grpSpPr>
        <p:sp>
          <p:nvSpPr>
            <p:cNvPr id="100" name="Google Shape;100;p2"/>
            <p:cNvSpPr/>
            <p:nvPr/>
          </p:nvSpPr>
          <p:spPr>
            <a:xfrm>
              <a:off x="259630" y="3076443"/>
              <a:ext cx="2013000" cy="840900"/>
            </a:xfrm>
            <a:prstGeom prst="diamond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370759" y="3128723"/>
              <a:ext cx="1790100" cy="735900"/>
            </a:xfrm>
            <a:prstGeom prst="diamond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&lt;weak relationship type name&gt;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" name="Google Shape;102;p2"/>
          <p:cNvSpPr txBox="1"/>
          <p:nvPr/>
        </p:nvSpPr>
        <p:spPr>
          <a:xfrm>
            <a:off x="-90481" y="4697013"/>
            <a:ext cx="25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-922153" y="2665163"/>
            <a:ext cx="1790100" cy="563400"/>
          </a:xfrm>
          <a:prstGeom prst="diamond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&lt;relationship type&gt;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4D392550-3D90-F758-B4DB-D3329A3D9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">
            <a:extLst>
              <a:ext uri="{FF2B5EF4-FFF2-40B4-BE49-F238E27FC236}">
                <a16:creationId xmlns:a16="http://schemas.microsoft.com/office/drawing/2014/main" id="{44AA94A9-6C70-D93C-28A3-6B350DA4A8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6050" y="123825"/>
            <a:ext cx="107790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Calibri"/>
              <a:buNone/>
            </a:pPr>
            <a:r>
              <a:rPr lang="en-US" sz="2160" dirty="0"/>
              <a:t>Identify Entity Types</a:t>
            </a:r>
            <a:endParaRPr dirty="0"/>
          </a:p>
        </p:txBody>
      </p:sp>
      <p:sp>
        <p:nvSpPr>
          <p:cNvPr id="82" name="Google Shape;82;p2">
            <a:extLst>
              <a:ext uri="{FF2B5EF4-FFF2-40B4-BE49-F238E27FC236}">
                <a16:creationId xmlns:a16="http://schemas.microsoft.com/office/drawing/2014/main" id="{A09357F0-429A-411C-3758-CD27193FB62E}"/>
              </a:ext>
            </a:extLst>
          </p:cNvPr>
          <p:cNvSpPr/>
          <p:nvPr/>
        </p:nvSpPr>
        <p:spPr>
          <a:xfrm>
            <a:off x="-650951" y="123844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&lt;entity type name&gt;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" name="Google Shape;83;p2">
            <a:extLst>
              <a:ext uri="{FF2B5EF4-FFF2-40B4-BE49-F238E27FC236}">
                <a16:creationId xmlns:a16="http://schemas.microsoft.com/office/drawing/2014/main" id="{86501BC7-4E50-C7A4-7FAE-5265963ADB86}"/>
              </a:ext>
            </a:extLst>
          </p:cNvPr>
          <p:cNvGrpSpPr/>
          <p:nvPr/>
        </p:nvGrpSpPr>
        <p:grpSpPr>
          <a:xfrm>
            <a:off x="-714170" y="843793"/>
            <a:ext cx="1497900" cy="586200"/>
            <a:chOff x="-2693116" y="2284388"/>
            <a:chExt cx="1497900" cy="586200"/>
          </a:xfrm>
        </p:grpSpPr>
        <p:sp>
          <p:nvSpPr>
            <p:cNvPr id="84" name="Google Shape;84;p2">
              <a:extLst>
                <a:ext uri="{FF2B5EF4-FFF2-40B4-BE49-F238E27FC236}">
                  <a16:creationId xmlns:a16="http://schemas.microsoft.com/office/drawing/2014/main" id="{F53D02FB-2063-B4FF-8566-1587BA49D237}"/>
                </a:ext>
              </a:extLst>
            </p:cNvPr>
            <p:cNvSpPr/>
            <p:nvPr/>
          </p:nvSpPr>
          <p:spPr>
            <a:xfrm>
              <a:off x="-2693116" y="2284388"/>
              <a:ext cx="1497900" cy="5862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2">
              <a:extLst>
                <a:ext uri="{FF2B5EF4-FFF2-40B4-BE49-F238E27FC236}">
                  <a16:creationId xmlns:a16="http://schemas.microsoft.com/office/drawing/2014/main" id="{88F12FAB-588C-6D72-2484-EC54B6C71F88}"/>
                </a:ext>
              </a:extLst>
            </p:cNvPr>
            <p:cNvSpPr/>
            <p:nvPr/>
          </p:nvSpPr>
          <p:spPr>
            <a:xfrm>
              <a:off x="-2634718" y="2337521"/>
              <a:ext cx="1400100" cy="4680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&lt;weak entity type name&gt;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86" name="Google Shape;86;p2">
            <a:extLst>
              <a:ext uri="{FF2B5EF4-FFF2-40B4-BE49-F238E27FC236}">
                <a16:creationId xmlns:a16="http://schemas.microsoft.com/office/drawing/2014/main" id="{E9BA681D-37EE-71F2-41E9-FF64C4CB8818}"/>
              </a:ext>
            </a:extLst>
          </p:cNvPr>
          <p:cNvCxnSpPr/>
          <p:nvPr/>
        </p:nvCxnSpPr>
        <p:spPr>
          <a:xfrm rot="10800000">
            <a:off x="-531609" y="3435631"/>
            <a:ext cx="1132800" cy="389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87" name="Google Shape;87;p2">
            <a:extLst>
              <a:ext uri="{FF2B5EF4-FFF2-40B4-BE49-F238E27FC236}">
                <a16:creationId xmlns:a16="http://schemas.microsoft.com/office/drawing/2014/main" id="{FBB4694C-99F6-03A8-7ECE-834EF8B162B9}"/>
              </a:ext>
            </a:extLst>
          </p:cNvPr>
          <p:cNvSpPr/>
          <p:nvPr/>
        </p:nvSpPr>
        <p:spPr>
          <a:xfrm>
            <a:off x="4" y="5301907"/>
            <a:ext cx="273600" cy="2541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">
            <a:extLst>
              <a:ext uri="{FF2B5EF4-FFF2-40B4-BE49-F238E27FC236}">
                <a16:creationId xmlns:a16="http://schemas.microsoft.com/office/drawing/2014/main" id="{2F3ED1AA-0467-8FA2-5F33-18403F331F63}"/>
              </a:ext>
            </a:extLst>
          </p:cNvPr>
          <p:cNvSpPr/>
          <p:nvPr/>
        </p:nvSpPr>
        <p:spPr>
          <a:xfrm>
            <a:off x="7" y="6252437"/>
            <a:ext cx="273600" cy="2541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" name="Google Shape;89;p2">
            <a:extLst>
              <a:ext uri="{FF2B5EF4-FFF2-40B4-BE49-F238E27FC236}">
                <a16:creationId xmlns:a16="http://schemas.microsoft.com/office/drawing/2014/main" id="{7A0DF47F-9FAE-5DA0-42A7-5B60FD19A83D}"/>
              </a:ext>
            </a:extLst>
          </p:cNvPr>
          <p:cNvCxnSpPr/>
          <p:nvPr/>
        </p:nvCxnSpPr>
        <p:spPr>
          <a:xfrm rot="10800000">
            <a:off x="-593490" y="3768094"/>
            <a:ext cx="1132800" cy="389400"/>
          </a:xfrm>
          <a:prstGeom prst="straightConnector1">
            <a:avLst/>
          </a:prstGeom>
          <a:noFill/>
          <a:ln w="50800" cap="flat" cmpd="dbl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90" name="Google Shape;90;p2">
            <a:extLst>
              <a:ext uri="{FF2B5EF4-FFF2-40B4-BE49-F238E27FC236}">
                <a16:creationId xmlns:a16="http://schemas.microsoft.com/office/drawing/2014/main" id="{F9BF42FD-46F7-F9C9-733D-EFB112AE0C61}"/>
              </a:ext>
            </a:extLst>
          </p:cNvPr>
          <p:cNvSpPr/>
          <p:nvPr/>
        </p:nvSpPr>
        <p:spPr>
          <a:xfrm>
            <a:off x="6" y="5815321"/>
            <a:ext cx="273600" cy="2541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>
            <a:extLst>
              <a:ext uri="{FF2B5EF4-FFF2-40B4-BE49-F238E27FC236}">
                <a16:creationId xmlns:a16="http://schemas.microsoft.com/office/drawing/2014/main" id="{59370607-C8EA-7782-D0F4-072E515E6FE3}"/>
              </a:ext>
            </a:extLst>
          </p:cNvPr>
          <p:cNvSpPr/>
          <p:nvPr/>
        </p:nvSpPr>
        <p:spPr>
          <a:xfrm>
            <a:off x="11586740" y="257525"/>
            <a:ext cx="1286400" cy="5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&lt;Id name&gt;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">
            <a:extLst>
              <a:ext uri="{FF2B5EF4-FFF2-40B4-BE49-F238E27FC236}">
                <a16:creationId xmlns:a16="http://schemas.microsoft.com/office/drawing/2014/main" id="{B5DEBD67-6378-B368-B6EC-2E405007C31C}"/>
              </a:ext>
            </a:extLst>
          </p:cNvPr>
          <p:cNvSpPr/>
          <p:nvPr/>
        </p:nvSpPr>
        <p:spPr>
          <a:xfrm>
            <a:off x="11567729" y="954839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&lt;attribute name&gt;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" name="Google Shape;93;p2">
            <a:extLst>
              <a:ext uri="{FF2B5EF4-FFF2-40B4-BE49-F238E27FC236}">
                <a16:creationId xmlns:a16="http://schemas.microsoft.com/office/drawing/2014/main" id="{965235A0-993A-E6AC-E79C-F32B72DA2EB0}"/>
              </a:ext>
            </a:extLst>
          </p:cNvPr>
          <p:cNvGrpSpPr/>
          <p:nvPr/>
        </p:nvGrpSpPr>
        <p:grpSpPr>
          <a:xfrm>
            <a:off x="11503962" y="1696998"/>
            <a:ext cx="1413035" cy="512235"/>
            <a:chOff x="556313" y="4827396"/>
            <a:chExt cx="1236900" cy="730200"/>
          </a:xfrm>
        </p:grpSpPr>
        <p:sp>
          <p:nvSpPr>
            <p:cNvPr id="94" name="Google Shape;94;p2">
              <a:extLst>
                <a:ext uri="{FF2B5EF4-FFF2-40B4-BE49-F238E27FC236}">
                  <a16:creationId xmlns:a16="http://schemas.microsoft.com/office/drawing/2014/main" id="{B29D5793-A7F1-CEB8-3457-AB877971584F}"/>
                </a:ext>
              </a:extLst>
            </p:cNvPr>
            <p:cNvSpPr/>
            <p:nvPr/>
          </p:nvSpPr>
          <p:spPr>
            <a:xfrm>
              <a:off x="556313" y="4827396"/>
              <a:ext cx="1236900" cy="73020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">
              <a:extLst>
                <a:ext uri="{FF2B5EF4-FFF2-40B4-BE49-F238E27FC236}">
                  <a16:creationId xmlns:a16="http://schemas.microsoft.com/office/drawing/2014/main" id="{7B9E25CC-9D23-3B40-A085-EA574249F498}"/>
                </a:ext>
              </a:extLst>
            </p:cNvPr>
            <p:cNvSpPr/>
            <p:nvPr/>
          </p:nvSpPr>
          <p:spPr>
            <a:xfrm>
              <a:off x="630975" y="4909162"/>
              <a:ext cx="1087500" cy="56730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&lt;multi valued attribute name&gt;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761271AB-BA88-8032-F2A8-13A146672135}"/>
              </a:ext>
            </a:extLst>
          </p:cNvPr>
          <p:cNvSpPr/>
          <p:nvPr/>
        </p:nvSpPr>
        <p:spPr>
          <a:xfrm>
            <a:off x="11614686" y="5391513"/>
            <a:ext cx="1191600" cy="608100"/>
          </a:xfrm>
          <a:prstGeom prst="wedgeRoundRectCallout">
            <a:avLst>
              <a:gd name="adj1" fmla="val -37323"/>
              <a:gd name="adj2" fmla="val 106618"/>
              <a:gd name="adj3" fmla="val 16667"/>
            </a:avLst>
          </a:prstGeom>
          <a:solidFill>
            <a:srgbClr val="FFF1B2">
              <a:alpha val="43530"/>
            </a:srgbClr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&lt;annotation&gt;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" name="Google Shape;97;p2">
            <a:extLst>
              <a:ext uri="{FF2B5EF4-FFF2-40B4-BE49-F238E27FC236}">
                <a16:creationId xmlns:a16="http://schemas.microsoft.com/office/drawing/2014/main" id="{341FF37E-CCA4-E826-958E-A1B39577C82D}"/>
              </a:ext>
            </a:extLst>
          </p:cNvPr>
          <p:cNvCxnSpPr/>
          <p:nvPr/>
        </p:nvCxnSpPr>
        <p:spPr>
          <a:xfrm rot="10800000">
            <a:off x="11698781" y="2653177"/>
            <a:ext cx="1132800" cy="389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9E158FDA-6F71-BAB6-88AB-F69B6234CC09}"/>
              </a:ext>
            </a:extLst>
          </p:cNvPr>
          <p:cNvSpPr txBox="1"/>
          <p:nvPr/>
        </p:nvSpPr>
        <p:spPr>
          <a:xfrm>
            <a:off x="-97754" y="4359166"/>
            <a:ext cx="293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" name="Google Shape;99;p2">
            <a:extLst>
              <a:ext uri="{FF2B5EF4-FFF2-40B4-BE49-F238E27FC236}">
                <a16:creationId xmlns:a16="http://schemas.microsoft.com/office/drawing/2014/main" id="{B8E54C27-FE6C-76FB-C840-920136B5E924}"/>
              </a:ext>
            </a:extLst>
          </p:cNvPr>
          <p:cNvGrpSpPr/>
          <p:nvPr/>
        </p:nvGrpSpPr>
        <p:grpSpPr>
          <a:xfrm>
            <a:off x="-850135" y="1681958"/>
            <a:ext cx="1769830" cy="601664"/>
            <a:chOff x="259630" y="3076443"/>
            <a:chExt cx="2013000" cy="840900"/>
          </a:xfrm>
        </p:grpSpPr>
        <p:sp>
          <p:nvSpPr>
            <p:cNvPr id="100" name="Google Shape;100;p2">
              <a:extLst>
                <a:ext uri="{FF2B5EF4-FFF2-40B4-BE49-F238E27FC236}">
                  <a16:creationId xmlns:a16="http://schemas.microsoft.com/office/drawing/2014/main" id="{9DCA9B93-4300-5B01-3AE5-91F6EA954019}"/>
                </a:ext>
              </a:extLst>
            </p:cNvPr>
            <p:cNvSpPr/>
            <p:nvPr/>
          </p:nvSpPr>
          <p:spPr>
            <a:xfrm>
              <a:off x="259630" y="3076443"/>
              <a:ext cx="2013000" cy="840900"/>
            </a:xfrm>
            <a:prstGeom prst="diamond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2">
              <a:extLst>
                <a:ext uri="{FF2B5EF4-FFF2-40B4-BE49-F238E27FC236}">
                  <a16:creationId xmlns:a16="http://schemas.microsoft.com/office/drawing/2014/main" id="{382A3B1E-5B84-7EF9-F4FC-BACC1406127D}"/>
                </a:ext>
              </a:extLst>
            </p:cNvPr>
            <p:cNvSpPr/>
            <p:nvPr/>
          </p:nvSpPr>
          <p:spPr>
            <a:xfrm>
              <a:off x="370759" y="3128723"/>
              <a:ext cx="1790100" cy="735900"/>
            </a:xfrm>
            <a:prstGeom prst="diamond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&lt;weak relationship type name&gt;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" name="Google Shape;102;p2">
            <a:extLst>
              <a:ext uri="{FF2B5EF4-FFF2-40B4-BE49-F238E27FC236}">
                <a16:creationId xmlns:a16="http://schemas.microsoft.com/office/drawing/2014/main" id="{F2ED26FE-EC48-2B25-EF6D-8FAEA69F4037}"/>
              </a:ext>
            </a:extLst>
          </p:cNvPr>
          <p:cNvSpPr txBox="1"/>
          <p:nvPr/>
        </p:nvSpPr>
        <p:spPr>
          <a:xfrm>
            <a:off x="-90481" y="4697013"/>
            <a:ext cx="25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>
            <a:extLst>
              <a:ext uri="{FF2B5EF4-FFF2-40B4-BE49-F238E27FC236}">
                <a16:creationId xmlns:a16="http://schemas.microsoft.com/office/drawing/2014/main" id="{C131E9E7-3C01-81F7-4BB8-529DAA90973E}"/>
              </a:ext>
            </a:extLst>
          </p:cNvPr>
          <p:cNvSpPr/>
          <p:nvPr/>
        </p:nvSpPr>
        <p:spPr>
          <a:xfrm>
            <a:off x="-922153" y="2665163"/>
            <a:ext cx="1790100" cy="563400"/>
          </a:xfrm>
          <a:prstGeom prst="diamond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&lt;relationship type&gt;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82;p2">
            <a:extLst>
              <a:ext uri="{FF2B5EF4-FFF2-40B4-BE49-F238E27FC236}">
                <a16:creationId xmlns:a16="http://schemas.microsoft.com/office/drawing/2014/main" id="{1F79F07E-8CB1-BA72-6A1D-E984FDC7ABFB}"/>
              </a:ext>
            </a:extLst>
          </p:cNvPr>
          <p:cNvSpPr/>
          <p:nvPr/>
        </p:nvSpPr>
        <p:spPr>
          <a:xfrm>
            <a:off x="1668204" y="1418500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82;p2">
            <a:extLst>
              <a:ext uri="{FF2B5EF4-FFF2-40B4-BE49-F238E27FC236}">
                <a16:creationId xmlns:a16="http://schemas.microsoft.com/office/drawing/2014/main" id="{C5CC3E88-DDBD-AE5D-BD38-2883F38DFEF4}"/>
              </a:ext>
            </a:extLst>
          </p:cNvPr>
          <p:cNvSpPr/>
          <p:nvPr/>
        </p:nvSpPr>
        <p:spPr>
          <a:xfrm>
            <a:off x="6096000" y="1130926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82;p2">
            <a:extLst>
              <a:ext uri="{FF2B5EF4-FFF2-40B4-BE49-F238E27FC236}">
                <a16:creationId xmlns:a16="http://schemas.microsoft.com/office/drawing/2014/main" id="{2BFEE53C-B3D4-FBB9-6E91-33865B1EDBAC}"/>
              </a:ext>
            </a:extLst>
          </p:cNvPr>
          <p:cNvSpPr/>
          <p:nvPr/>
        </p:nvSpPr>
        <p:spPr>
          <a:xfrm>
            <a:off x="9494649" y="639305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Subscription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82;p2">
            <a:extLst>
              <a:ext uri="{FF2B5EF4-FFF2-40B4-BE49-F238E27FC236}">
                <a16:creationId xmlns:a16="http://schemas.microsoft.com/office/drawing/2014/main" id="{14167209-ADEF-15D1-1D70-65153B6FE449}"/>
              </a:ext>
            </a:extLst>
          </p:cNvPr>
          <p:cNvSpPr/>
          <p:nvPr/>
        </p:nvSpPr>
        <p:spPr>
          <a:xfrm>
            <a:off x="2485527" y="2847876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Advertiser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82;p2">
            <a:extLst>
              <a:ext uri="{FF2B5EF4-FFF2-40B4-BE49-F238E27FC236}">
                <a16:creationId xmlns:a16="http://schemas.microsoft.com/office/drawing/2014/main" id="{EC568570-23FE-6CB2-8C69-BF5D4634DC1F}"/>
              </a:ext>
            </a:extLst>
          </p:cNvPr>
          <p:cNvSpPr/>
          <p:nvPr/>
        </p:nvSpPr>
        <p:spPr>
          <a:xfrm>
            <a:off x="4544045" y="2847876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Campaign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82;p2">
            <a:extLst>
              <a:ext uri="{FF2B5EF4-FFF2-40B4-BE49-F238E27FC236}">
                <a16:creationId xmlns:a16="http://schemas.microsoft.com/office/drawing/2014/main" id="{B44C2D8C-ACD1-C295-A92A-05C78E23D8AE}"/>
              </a:ext>
            </a:extLst>
          </p:cNvPr>
          <p:cNvSpPr/>
          <p:nvPr/>
        </p:nvSpPr>
        <p:spPr>
          <a:xfrm>
            <a:off x="6653942" y="2847876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82;p2">
            <a:extLst>
              <a:ext uri="{FF2B5EF4-FFF2-40B4-BE49-F238E27FC236}">
                <a16:creationId xmlns:a16="http://schemas.microsoft.com/office/drawing/2014/main" id="{1B13F574-5884-286B-59E1-F75DCE915BDA}"/>
              </a:ext>
            </a:extLst>
          </p:cNvPr>
          <p:cNvSpPr/>
          <p:nvPr/>
        </p:nvSpPr>
        <p:spPr>
          <a:xfrm>
            <a:off x="3700588" y="4709313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PlaybackSession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82;p2">
            <a:extLst>
              <a:ext uri="{FF2B5EF4-FFF2-40B4-BE49-F238E27FC236}">
                <a16:creationId xmlns:a16="http://schemas.microsoft.com/office/drawing/2014/main" id="{ABC993F8-E9CF-87B4-F073-F84A72445DBE}"/>
              </a:ext>
            </a:extLst>
          </p:cNvPr>
          <p:cNvSpPr/>
          <p:nvPr/>
        </p:nvSpPr>
        <p:spPr>
          <a:xfrm>
            <a:off x="7091313" y="4687964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AdDelivery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" name="Google Shape;83;p2">
            <a:extLst>
              <a:ext uri="{FF2B5EF4-FFF2-40B4-BE49-F238E27FC236}">
                <a16:creationId xmlns:a16="http://schemas.microsoft.com/office/drawing/2014/main" id="{56CD0BFA-5808-268A-77A3-0AD7E546D376}"/>
              </a:ext>
            </a:extLst>
          </p:cNvPr>
          <p:cNvGrpSpPr/>
          <p:nvPr/>
        </p:nvGrpSpPr>
        <p:grpSpPr>
          <a:xfrm>
            <a:off x="9445749" y="1489181"/>
            <a:ext cx="1497900" cy="586200"/>
            <a:chOff x="-2693116" y="2284388"/>
            <a:chExt cx="1497900" cy="586200"/>
          </a:xfrm>
        </p:grpSpPr>
        <p:sp>
          <p:nvSpPr>
            <p:cNvPr id="22" name="Google Shape;84;p2">
              <a:extLst>
                <a:ext uri="{FF2B5EF4-FFF2-40B4-BE49-F238E27FC236}">
                  <a16:creationId xmlns:a16="http://schemas.microsoft.com/office/drawing/2014/main" id="{942CAE5E-84BE-8EA0-2C6B-C55FBFA2AB72}"/>
                </a:ext>
              </a:extLst>
            </p:cNvPr>
            <p:cNvSpPr/>
            <p:nvPr/>
          </p:nvSpPr>
          <p:spPr>
            <a:xfrm>
              <a:off x="-2693116" y="2284388"/>
              <a:ext cx="1497900" cy="5862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85;p2">
              <a:extLst>
                <a:ext uri="{FF2B5EF4-FFF2-40B4-BE49-F238E27FC236}">
                  <a16:creationId xmlns:a16="http://schemas.microsoft.com/office/drawing/2014/main" id="{9E68DA3D-65B9-F691-C0ED-5D836D02D7F1}"/>
                </a:ext>
              </a:extLst>
            </p:cNvPr>
            <p:cNvSpPr/>
            <p:nvPr/>
          </p:nvSpPr>
          <p:spPr>
            <a:xfrm>
              <a:off x="-2634718" y="2337521"/>
              <a:ext cx="1400100" cy="4680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BillingTransaction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" name="Google Shape;83;p2">
            <a:extLst>
              <a:ext uri="{FF2B5EF4-FFF2-40B4-BE49-F238E27FC236}">
                <a16:creationId xmlns:a16="http://schemas.microsoft.com/office/drawing/2014/main" id="{F7A9A03E-D327-9BFB-CA93-155D1D3DC55F}"/>
              </a:ext>
            </a:extLst>
          </p:cNvPr>
          <p:cNvGrpSpPr/>
          <p:nvPr/>
        </p:nvGrpSpPr>
        <p:grpSpPr>
          <a:xfrm>
            <a:off x="3647729" y="5359761"/>
            <a:ext cx="1497900" cy="586200"/>
            <a:chOff x="-2693116" y="2284388"/>
            <a:chExt cx="1497900" cy="586200"/>
          </a:xfrm>
        </p:grpSpPr>
        <p:sp>
          <p:nvSpPr>
            <p:cNvPr id="25" name="Google Shape;84;p2">
              <a:extLst>
                <a:ext uri="{FF2B5EF4-FFF2-40B4-BE49-F238E27FC236}">
                  <a16:creationId xmlns:a16="http://schemas.microsoft.com/office/drawing/2014/main" id="{328E8CDD-E26D-EBC5-5F79-C9CF88986FAB}"/>
                </a:ext>
              </a:extLst>
            </p:cNvPr>
            <p:cNvSpPr/>
            <p:nvPr/>
          </p:nvSpPr>
          <p:spPr>
            <a:xfrm>
              <a:off x="-2693116" y="2284388"/>
              <a:ext cx="1497900" cy="5862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85;p2">
              <a:extLst>
                <a:ext uri="{FF2B5EF4-FFF2-40B4-BE49-F238E27FC236}">
                  <a16:creationId xmlns:a16="http://schemas.microsoft.com/office/drawing/2014/main" id="{55F7A47F-CBAA-BAA1-DBF3-BFB449305834}"/>
                </a:ext>
              </a:extLst>
            </p:cNvPr>
            <p:cNvSpPr/>
            <p:nvPr/>
          </p:nvSpPr>
          <p:spPr>
            <a:xfrm>
              <a:off x="-2634718" y="2337521"/>
              <a:ext cx="1400100" cy="4680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AdSlot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" name="Google Shape;83;p2">
            <a:extLst>
              <a:ext uri="{FF2B5EF4-FFF2-40B4-BE49-F238E27FC236}">
                <a16:creationId xmlns:a16="http://schemas.microsoft.com/office/drawing/2014/main" id="{0FBAE388-AF76-EF6D-0B85-09D8FE57A74D}"/>
              </a:ext>
            </a:extLst>
          </p:cNvPr>
          <p:cNvGrpSpPr/>
          <p:nvPr/>
        </p:nvGrpSpPr>
        <p:grpSpPr>
          <a:xfrm>
            <a:off x="7091313" y="5443803"/>
            <a:ext cx="1497900" cy="586200"/>
            <a:chOff x="-2693116" y="2284388"/>
            <a:chExt cx="1497900" cy="586200"/>
          </a:xfrm>
        </p:grpSpPr>
        <p:sp>
          <p:nvSpPr>
            <p:cNvPr id="28" name="Google Shape;84;p2">
              <a:extLst>
                <a:ext uri="{FF2B5EF4-FFF2-40B4-BE49-F238E27FC236}">
                  <a16:creationId xmlns:a16="http://schemas.microsoft.com/office/drawing/2014/main" id="{D35DED27-DCCE-5426-8F66-F012D979836C}"/>
                </a:ext>
              </a:extLst>
            </p:cNvPr>
            <p:cNvSpPr/>
            <p:nvPr/>
          </p:nvSpPr>
          <p:spPr>
            <a:xfrm>
              <a:off x="-2693116" y="2284388"/>
              <a:ext cx="1497900" cy="5862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5;p2">
              <a:extLst>
                <a:ext uri="{FF2B5EF4-FFF2-40B4-BE49-F238E27FC236}">
                  <a16:creationId xmlns:a16="http://schemas.microsoft.com/office/drawing/2014/main" id="{0FEFD667-3242-AE88-450F-FE25CE0C5730}"/>
                </a:ext>
              </a:extLst>
            </p:cNvPr>
            <p:cNvSpPr/>
            <p:nvPr/>
          </p:nvSpPr>
          <p:spPr>
            <a:xfrm>
              <a:off x="-2634718" y="2337521"/>
              <a:ext cx="1400100" cy="4680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AdInteraction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" name="Google Shape;103;p2">
            <a:extLst>
              <a:ext uri="{FF2B5EF4-FFF2-40B4-BE49-F238E27FC236}">
                <a16:creationId xmlns:a16="http://schemas.microsoft.com/office/drawing/2014/main" id="{C5CD5CA6-5952-158C-B272-D5FCB1E081D2}"/>
              </a:ext>
            </a:extLst>
          </p:cNvPr>
          <p:cNvSpPr/>
          <p:nvPr/>
        </p:nvSpPr>
        <p:spPr>
          <a:xfrm>
            <a:off x="3591819" y="915667"/>
            <a:ext cx="1790100" cy="563400"/>
          </a:xfrm>
          <a:prstGeom prst="diamond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&lt;relationship type&gt;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09465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8C6EC159-A47D-9710-83F0-9113FF704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">
            <a:extLst>
              <a:ext uri="{FF2B5EF4-FFF2-40B4-BE49-F238E27FC236}">
                <a16:creationId xmlns:a16="http://schemas.microsoft.com/office/drawing/2014/main" id="{C685062B-8D2E-8044-0CF9-0393A285F9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6050" y="123825"/>
            <a:ext cx="107790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Calibri"/>
              <a:buNone/>
            </a:pPr>
            <a:r>
              <a:rPr lang="en-US" sz="2160" dirty="0"/>
              <a:t>Identify Relationship Types</a:t>
            </a:r>
            <a:endParaRPr dirty="0"/>
          </a:p>
        </p:txBody>
      </p:sp>
      <p:sp>
        <p:nvSpPr>
          <p:cNvPr id="82" name="Google Shape;82;p2">
            <a:extLst>
              <a:ext uri="{FF2B5EF4-FFF2-40B4-BE49-F238E27FC236}">
                <a16:creationId xmlns:a16="http://schemas.microsoft.com/office/drawing/2014/main" id="{FBCCCE2A-6D09-8EBB-901E-DB1F549F16FB}"/>
              </a:ext>
            </a:extLst>
          </p:cNvPr>
          <p:cNvSpPr/>
          <p:nvPr/>
        </p:nvSpPr>
        <p:spPr>
          <a:xfrm>
            <a:off x="-650951" y="123844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&lt;entity type name&gt;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3" name="Google Shape;83;p2">
            <a:extLst>
              <a:ext uri="{FF2B5EF4-FFF2-40B4-BE49-F238E27FC236}">
                <a16:creationId xmlns:a16="http://schemas.microsoft.com/office/drawing/2014/main" id="{1C3D958F-1936-AEF8-DD51-3FF3D0B08639}"/>
              </a:ext>
            </a:extLst>
          </p:cNvPr>
          <p:cNvGrpSpPr/>
          <p:nvPr/>
        </p:nvGrpSpPr>
        <p:grpSpPr>
          <a:xfrm>
            <a:off x="-714170" y="843793"/>
            <a:ext cx="1497900" cy="586200"/>
            <a:chOff x="-2693116" y="2284388"/>
            <a:chExt cx="1497900" cy="586200"/>
          </a:xfrm>
        </p:grpSpPr>
        <p:sp>
          <p:nvSpPr>
            <p:cNvPr id="84" name="Google Shape;84;p2">
              <a:extLst>
                <a:ext uri="{FF2B5EF4-FFF2-40B4-BE49-F238E27FC236}">
                  <a16:creationId xmlns:a16="http://schemas.microsoft.com/office/drawing/2014/main" id="{36F6E467-3FF6-3179-39CF-67ABC373F9CF}"/>
                </a:ext>
              </a:extLst>
            </p:cNvPr>
            <p:cNvSpPr/>
            <p:nvPr/>
          </p:nvSpPr>
          <p:spPr>
            <a:xfrm>
              <a:off x="-2693116" y="2284388"/>
              <a:ext cx="1497900" cy="5862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2">
              <a:extLst>
                <a:ext uri="{FF2B5EF4-FFF2-40B4-BE49-F238E27FC236}">
                  <a16:creationId xmlns:a16="http://schemas.microsoft.com/office/drawing/2014/main" id="{D7A69B97-3B0C-7608-69CF-E6081AD4FCD7}"/>
                </a:ext>
              </a:extLst>
            </p:cNvPr>
            <p:cNvSpPr/>
            <p:nvPr/>
          </p:nvSpPr>
          <p:spPr>
            <a:xfrm>
              <a:off x="-2634718" y="2337521"/>
              <a:ext cx="1400100" cy="4680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&lt;weak entity type name&gt;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86" name="Google Shape;86;p2">
            <a:extLst>
              <a:ext uri="{FF2B5EF4-FFF2-40B4-BE49-F238E27FC236}">
                <a16:creationId xmlns:a16="http://schemas.microsoft.com/office/drawing/2014/main" id="{39AA1F56-CEBC-63B7-64C2-882810EF0DEC}"/>
              </a:ext>
            </a:extLst>
          </p:cNvPr>
          <p:cNvCxnSpPr/>
          <p:nvPr/>
        </p:nvCxnSpPr>
        <p:spPr>
          <a:xfrm rot="10800000">
            <a:off x="-531609" y="3435631"/>
            <a:ext cx="1132800" cy="389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87" name="Google Shape;87;p2">
            <a:extLst>
              <a:ext uri="{FF2B5EF4-FFF2-40B4-BE49-F238E27FC236}">
                <a16:creationId xmlns:a16="http://schemas.microsoft.com/office/drawing/2014/main" id="{4F04354F-DD6F-AA75-1770-104EBE4533FA}"/>
              </a:ext>
            </a:extLst>
          </p:cNvPr>
          <p:cNvSpPr/>
          <p:nvPr/>
        </p:nvSpPr>
        <p:spPr>
          <a:xfrm>
            <a:off x="4" y="5301907"/>
            <a:ext cx="273600" cy="2541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">
            <a:extLst>
              <a:ext uri="{FF2B5EF4-FFF2-40B4-BE49-F238E27FC236}">
                <a16:creationId xmlns:a16="http://schemas.microsoft.com/office/drawing/2014/main" id="{05393EA4-D894-69DE-39AC-F48820FF3AAD}"/>
              </a:ext>
            </a:extLst>
          </p:cNvPr>
          <p:cNvSpPr/>
          <p:nvPr/>
        </p:nvSpPr>
        <p:spPr>
          <a:xfrm>
            <a:off x="7" y="6252437"/>
            <a:ext cx="273600" cy="2541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9" name="Google Shape;89;p2">
            <a:extLst>
              <a:ext uri="{FF2B5EF4-FFF2-40B4-BE49-F238E27FC236}">
                <a16:creationId xmlns:a16="http://schemas.microsoft.com/office/drawing/2014/main" id="{5EAAA1D7-2825-B194-7FE2-B2446C127982}"/>
              </a:ext>
            </a:extLst>
          </p:cNvPr>
          <p:cNvCxnSpPr/>
          <p:nvPr/>
        </p:nvCxnSpPr>
        <p:spPr>
          <a:xfrm rot="10800000">
            <a:off x="-593490" y="3768094"/>
            <a:ext cx="1132800" cy="389400"/>
          </a:xfrm>
          <a:prstGeom prst="straightConnector1">
            <a:avLst/>
          </a:prstGeom>
          <a:noFill/>
          <a:ln w="50800" cap="flat" cmpd="dbl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90" name="Google Shape;90;p2">
            <a:extLst>
              <a:ext uri="{FF2B5EF4-FFF2-40B4-BE49-F238E27FC236}">
                <a16:creationId xmlns:a16="http://schemas.microsoft.com/office/drawing/2014/main" id="{FC35AD08-7852-FE5E-8D9F-B091F6991AC4}"/>
              </a:ext>
            </a:extLst>
          </p:cNvPr>
          <p:cNvSpPr/>
          <p:nvPr/>
        </p:nvSpPr>
        <p:spPr>
          <a:xfrm>
            <a:off x="6" y="5815321"/>
            <a:ext cx="273600" cy="2541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>
            <a:extLst>
              <a:ext uri="{FF2B5EF4-FFF2-40B4-BE49-F238E27FC236}">
                <a16:creationId xmlns:a16="http://schemas.microsoft.com/office/drawing/2014/main" id="{31A2196B-3BF0-5E30-ACC7-BC719726C576}"/>
              </a:ext>
            </a:extLst>
          </p:cNvPr>
          <p:cNvSpPr/>
          <p:nvPr/>
        </p:nvSpPr>
        <p:spPr>
          <a:xfrm>
            <a:off x="11586740" y="257525"/>
            <a:ext cx="1286400" cy="5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&lt;Id name&gt;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2">
            <a:extLst>
              <a:ext uri="{FF2B5EF4-FFF2-40B4-BE49-F238E27FC236}">
                <a16:creationId xmlns:a16="http://schemas.microsoft.com/office/drawing/2014/main" id="{F52C5B27-CF7A-8C5C-C901-3CE1E5B05BE8}"/>
              </a:ext>
            </a:extLst>
          </p:cNvPr>
          <p:cNvSpPr/>
          <p:nvPr/>
        </p:nvSpPr>
        <p:spPr>
          <a:xfrm>
            <a:off x="11567729" y="954839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&lt;attribute name&gt;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3" name="Google Shape;93;p2">
            <a:extLst>
              <a:ext uri="{FF2B5EF4-FFF2-40B4-BE49-F238E27FC236}">
                <a16:creationId xmlns:a16="http://schemas.microsoft.com/office/drawing/2014/main" id="{922C9450-B5A6-938F-7B4A-015A8A82BA98}"/>
              </a:ext>
            </a:extLst>
          </p:cNvPr>
          <p:cNvGrpSpPr/>
          <p:nvPr/>
        </p:nvGrpSpPr>
        <p:grpSpPr>
          <a:xfrm>
            <a:off x="11503962" y="1696998"/>
            <a:ext cx="1413035" cy="512235"/>
            <a:chOff x="556313" y="4827396"/>
            <a:chExt cx="1236900" cy="730200"/>
          </a:xfrm>
        </p:grpSpPr>
        <p:sp>
          <p:nvSpPr>
            <p:cNvPr id="94" name="Google Shape;94;p2">
              <a:extLst>
                <a:ext uri="{FF2B5EF4-FFF2-40B4-BE49-F238E27FC236}">
                  <a16:creationId xmlns:a16="http://schemas.microsoft.com/office/drawing/2014/main" id="{7CE94713-B640-BEB0-A9E7-84841F718114}"/>
                </a:ext>
              </a:extLst>
            </p:cNvPr>
            <p:cNvSpPr/>
            <p:nvPr/>
          </p:nvSpPr>
          <p:spPr>
            <a:xfrm>
              <a:off x="556313" y="4827396"/>
              <a:ext cx="1236900" cy="73020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2">
              <a:extLst>
                <a:ext uri="{FF2B5EF4-FFF2-40B4-BE49-F238E27FC236}">
                  <a16:creationId xmlns:a16="http://schemas.microsoft.com/office/drawing/2014/main" id="{7D103B94-7DEE-D5F0-190F-5FC0897F14E5}"/>
                </a:ext>
              </a:extLst>
            </p:cNvPr>
            <p:cNvSpPr/>
            <p:nvPr/>
          </p:nvSpPr>
          <p:spPr>
            <a:xfrm>
              <a:off x="630975" y="4909162"/>
              <a:ext cx="1087500" cy="56730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&lt;multi valued attribute name&gt;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6" name="Google Shape;96;p2">
            <a:extLst>
              <a:ext uri="{FF2B5EF4-FFF2-40B4-BE49-F238E27FC236}">
                <a16:creationId xmlns:a16="http://schemas.microsoft.com/office/drawing/2014/main" id="{12C5B132-E2F3-3253-7985-E8A452B507D8}"/>
              </a:ext>
            </a:extLst>
          </p:cNvPr>
          <p:cNvSpPr/>
          <p:nvPr/>
        </p:nvSpPr>
        <p:spPr>
          <a:xfrm>
            <a:off x="11614686" y="5391513"/>
            <a:ext cx="1191600" cy="608100"/>
          </a:xfrm>
          <a:prstGeom prst="wedgeRoundRectCallout">
            <a:avLst>
              <a:gd name="adj1" fmla="val -37323"/>
              <a:gd name="adj2" fmla="val 106618"/>
              <a:gd name="adj3" fmla="val 16667"/>
            </a:avLst>
          </a:prstGeom>
          <a:solidFill>
            <a:srgbClr val="FFF1B2">
              <a:alpha val="43530"/>
            </a:srgbClr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&lt;annotation&gt;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" name="Google Shape;97;p2">
            <a:extLst>
              <a:ext uri="{FF2B5EF4-FFF2-40B4-BE49-F238E27FC236}">
                <a16:creationId xmlns:a16="http://schemas.microsoft.com/office/drawing/2014/main" id="{F2A80DB2-FF4E-03E6-C6B2-0E725495D495}"/>
              </a:ext>
            </a:extLst>
          </p:cNvPr>
          <p:cNvCxnSpPr/>
          <p:nvPr/>
        </p:nvCxnSpPr>
        <p:spPr>
          <a:xfrm rot="10800000">
            <a:off x="11698781" y="2653177"/>
            <a:ext cx="1132800" cy="389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98" name="Google Shape;98;p2">
            <a:extLst>
              <a:ext uri="{FF2B5EF4-FFF2-40B4-BE49-F238E27FC236}">
                <a16:creationId xmlns:a16="http://schemas.microsoft.com/office/drawing/2014/main" id="{EFCCB679-1676-4DDD-B1E1-446F973B945B}"/>
              </a:ext>
            </a:extLst>
          </p:cNvPr>
          <p:cNvSpPr txBox="1"/>
          <p:nvPr/>
        </p:nvSpPr>
        <p:spPr>
          <a:xfrm>
            <a:off x="-97754" y="4359166"/>
            <a:ext cx="293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9" name="Google Shape;99;p2">
            <a:extLst>
              <a:ext uri="{FF2B5EF4-FFF2-40B4-BE49-F238E27FC236}">
                <a16:creationId xmlns:a16="http://schemas.microsoft.com/office/drawing/2014/main" id="{EAB59CC9-37C5-0A06-24E8-3CFC85CF24EE}"/>
              </a:ext>
            </a:extLst>
          </p:cNvPr>
          <p:cNvGrpSpPr/>
          <p:nvPr/>
        </p:nvGrpSpPr>
        <p:grpSpPr>
          <a:xfrm>
            <a:off x="-850135" y="1681958"/>
            <a:ext cx="1769830" cy="601664"/>
            <a:chOff x="259630" y="3076443"/>
            <a:chExt cx="2013000" cy="840900"/>
          </a:xfrm>
        </p:grpSpPr>
        <p:sp>
          <p:nvSpPr>
            <p:cNvPr id="100" name="Google Shape;100;p2">
              <a:extLst>
                <a:ext uri="{FF2B5EF4-FFF2-40B4-BE49-F238E27FC236}">
                  <a16:creationId xmlns:a16="http://schemas.microsoft.com/office/drawing/2014/main" id="{5292340F-E22C-FD75-75FB-81FDD0A27F11}"/>
                </a:ext>
              </a:extLst>
            </p:cNvPr>
            <p:cNvSpPr/>
            <p:nvPr/>
          </p:nvSpPr>
          <p:spPr>
            <a:xfrm>
              <a:off x="259630" y="3076443"/>
              <a:ext cx="2013000" cy="840900"/>
            </a:xfrm>
            <a:prstGeom prst="diamond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2">
              <a:extLst>
                <a:ext uri="{FF2B5EF4-FFF2-40B4-BE49-F238E27FC236}">
                  <a16:creationId xmlns:a16="http://schemas.microsoft.com/office/drawing/2014/main" id="{38D0ECA1-A64F-D63A-F646-44F66F1A12BD}"/>
                </a:ext>
              </a:extLst>
            </p:cNvPr>
            <p:cNvSpPr/>
            <p:nvPr/>
          </p:nvSpPr>
          <p:spPr>
            <a:xfrm>
              <a:off x="370759" y="3128723"/>
              <a:ext cx="1790100" cy="735900"/>
            </a:xfrm>
            <a:prstGeom prst="diamond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&lt;weak relationship type name&gt;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2" name="Google Shape;102;p2">
            <a:extLst>
              <a:ext uri="{FF2B5EF4-FFF2-40B4-BE49-F238E27FC236}">
                <a16:creationId xmlns:a16="http://schemas.microsoft.com/office/drawing/2014/main" id="{E5E9FF10-3772-B4B9-1618-99098797C514}"/>
              </a:ext>
            </a:extLst>
          </p:cNvPr>
          <p:cNvSpPr txBox="1"/>
          <p:nvPr/>
        </p:nvSpPr>
        <p:spPr>
          <a:xfrm>
            <a:off x="-113696" y="4697013"/>
            <a:ext cx="25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2">
            <a:extLst>
              <a:ext uri="{FF2B5EF4-FFF2-40B4-BE49-F238E27FC236}">
                <a16:creationId xmlns:a16="http://schemas.microsoft.com/office/drawing/2014/main" id="{CC841FE4-458C-E489-0DB0-F5BFFF49F067}"/>
              </a:ext>
            </a:extLst>
          </p:cNvPr>
          <p:cNvSpPr/>
          <p:nvPr/>
        </p:nvSpPr>
        <p:spPr>
          <a:xfrm>
            <a:off x="2111595" y="492881"/>
            <a:ext cx="1790100" cy="563400"/>
          </a:xfrm>
          <a:prstGeom prst="diamond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has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82;p2">
            <a:extLst>
              <a:ext uri="{FF2B5EF4-FFF2-40B4-BE49-F238E27FC236}">
                <a16:creationId xmlns:a16="http://schemas.microsoft.com/office/drawing/2014/main" id="{CFC72ADD-7513-9DBA-A80D-F0EAEF72701E}"/>
              </a:ext>
            </a:extLst>
          </p:cNvPr>
          <p:cNvSpPr/>
          <p:nvPr/>
        </p:nvSpPr>
        <p:spPr>
          <a:xfrm>
            <a:off x="1753570" y="1580775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82;p2">
            <a:extLst>
              <a:ext uri="{FF2B5EF4-FFF2-40B4-BE49-F238E27FC236}">
                <a16:creationId xmlns:a16="http://schemas.microsoft.com/office/drawing/2014/main" id="{E696446E-4AF8-010E-F36E-8968A464A9AD}"/>
              </a:ext>
            </a:extLst>
          </p:cNvPr>
          <p:cNvSpPr/>
          <p:nvPr/>
        </p:nvSpPr>
        <p:spPr>
          <a:xfrm>
            <a:off x="8984270" y="407058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82;p2">
            <a:extLst>
              <a:ext uri="{FF2B5EF4-FFF2-40B4-BE49-F238E27FC236}">
                <a16:creationId xmlns:a16="http://schemas.microsoft.com/office/drawing/2014/main" id="{057EE8BC-0D02-D487-7C20-9A47CE81A704}"/>
              </a:ext>
            </a:extLst>
          </p:cNvPr>
          <p:cNvSpPr/>
          <p:nvPr/>
        </p:nvSpPr>
        <p:spPr>
          <a:xfrm>
            <a:off x="4406177" y="357844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Subscription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82;p2">
            <a:extLst>
              <a:ext uri="{FF2B5EF4-FFF2-40B4-BE49-F238E27FC236}">
                <a16:creationId xmlns:a16="http://schemas.microsoft.com/office/drawing/2014/main" id="{9612CFD7-FFD6-F266-C4D9-C06EE95B17F4}"/>
              </a:ext>
            </a:extLst>
          </p:cNvPr>
          <p:cNvSpPr/>
          <p:nvPr/>
        </p:nvSpPr>
        <p:spPr>
          <a:xfrm>
            <a:off x="7654243" y="1623163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Advertiser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82;p2">
            <a:extLst>
              <a:ext uri="{FF2B5EF4-FFF2-40B4-BE49-F238E27FC236}">
                <a16:creationId xmlns:a16="http://schemas.microsoft.com/office/drawing/2014/main" id="{FD147A3F-53ED-D672-8C60-905B626D886E}"/>
              </a:ext>
            </a:extLst>
          </p:cNvPr>
          <p:cNvSpPr/>
          <p:nvPr/>
        </p:nvSpPr>
        <p:spPr>
          <a:xfrm>
            <a:off x="9054343" y="2563332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Campaign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82;p2">
            <a:extLst>
              <a:ext uri="{FF2B5EF4-FFF2-40B4-BE49-F238E27FC236}">
                <a16:creationId xmlns:a16="http://schemas.microsoft.com/office/drawing/2014/main" id="{C13446E0-A728-8AB9-EDC5-D4AB84A59665}"/>
              </a:ext>
            </a:extLst>
          </p:cNvPr>
          <p:cNvSpPr/>
          <p:nvPr/>
        </p:nvSpPr>
        <p:spPr>
          <a:xfrm>
            <a:off x="10233822" y="3357031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82;p2">
            <a:extLst>
              <a:ext uri="{FF2B5EF4-FFF2-40B4-BE49-F238E27FC236}">
                <a16:creationId xmlns:a16="http://schemas.microsoft.com/office/drawing/2014/main" id="{E1FB9FE0-906F-9FB8-F78A-D03F645DC3D2}"/>
              </a:ext>
            </a:extLst>
          </p:cNvPr>
          <p:cNvSpPr/>
          <p:nvPr/>
        </p:nvSpPr>
        <p:spPr>
          <a:xfrm>
            <a:off x="2111595" y="3689494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PlaybackSession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82;p2">
            <a:extLst>
              <a:ext uri="{FF2B5EF4-FFF2-40B4-BE49-F238E27FC236}">
                <a16:creationId xmlns:a16="http://schemas.microsoft.com/office/drawing/2014/main" id="{7ED0AE70-E431-564A-C044-3FE94BF8A74F}"/>
              </a:ext>
            </a:extLst>
          </p:cNvPr>
          <p:cNvSpPr/>
          <p:nvPr/>
        </p:nvSpPr>
        <p:spPr>
          <a:xfrm>
            <a:off x="7091313" y="4687964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AdDelivery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" name="Google Shape;83;p2">
            <a:extLst>
              <a:ext uri="{FF2B5EF4-FFF2-40B4-BE49-F238E27FC236}">
                <a16:creationId xmlns:a16="http://schemas.microsoft.com/office/drawing/2014/main" id="{104715C1-AFEC-F8AB-65F4-F4CDD3CED35A}"/>
              </a:ext>
            </a:extLst>
          </p:cNvPr>
          <p:cNvGrpSpPr/>
          <p:nvPr/>
        </p:nvGrpSpPr>
        <p:grpSpPr>
          <a:xfrm>
            <a:off x="5057327" y="2105759"/>
            <a:ext cx="1497900" cy="586200"/>
            <a:chOff x="-2693116" y="2284388"/>
            <a:chExt cx="1497900" cy="586200"/>
          </a:xfrm>
        </p:grpSpPr>
        <p:sp>
          <p:nvSpPr>
            <p:cNvPr id="22" name="Google Shape;84;p2">
              <a:extLst>
                <a:ext uri="{FF2B5EF4-FFF2-40B4-BE49-F238E27FC236}">
                  <a16:creationId xmlns:a16="http://schemas.microsoft.com/office/drawing/2014/main" id="{3562823D-CAE5-D724-1937-B6579063533F}"/>
                </a:ext>
              </a:extLst>
            </p:cNvPr>
            <p:cNvSpPr/>
            <p:nvPr/>
          </p:nvSpPr>
          <p:spPr>
            <a:xfrm>
              <a:off x="-2693116" y="2284388"/>
              <a:ext cx="1497900" cy="5862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85;p2">
              <a:extLst>
                <a:ext uri="{FF2B5EF4-FFF2-40B4-BE49-F238E27FC236}">
                  <a16:creationId xmlns:a16="http://schemas.microsoft.com/office/drawing/2014/main" id="{77AFE9C5-92D7-50D8-F466-D04B2C51A0AB}"/>
                </a:ext>
              </a:extLst>
            </p:cNvPr>
            <p:cNvSpPr/>
            <p:nvPr/>
          </p:nvSpPr>
          <p:spPr>
            <a:xfrm>
              <a:off x="-2634718" y="2337521"/>
              <a:ext cx="1400100" cy="4680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BillingTransaction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" name="Google Shape;83;p2">
            <a:extLst>
              <a:ext uri="{FF2B5EF4-FFF2-40B4-BE49-F238E27FC236}">
                <a16:creationId xmlns:a16="http://schemas.microsoft.com/office/drawing/2014/main" id="{B10A653F-BFA1-E404-64C6-DDF351042FCA}"/>
              </a:ext>
            </a:extLst>
          </p:cNvPr>
          <p:cNvGrpSpPr/>
          <p:nvPr/>
        </p:nvGrpSpPr>
        <p:grpSpPr>
          <a:xfrm>
            <a:off x="922862" y="5483221"/>
            <a:ext cx="1497900" cy="586200"/>
            <a:chOff x="-2693116" y="2284388"/>
            <a:chExt cx="1497900" cy="586200"/>
          </a:xfrm>
        </p:grpSpPr>
        <p:sp>
          <p:nvSpPr>
            <p:cNvPr id="25" name="Google Shape;84;p2">
              <a:extLst>
                <a:ext uri="{FF2B5EF4-FFF2-40B4-BE49-F238E27FC236}">
                  <a16:creationId xmlns:a16="http://schemas.microsoft.com/office/drawing/2014/main" id="{6E898EB8-6D11-2A5A-5249-5CFB09704A3C}"/>
                </a:ext>
              </a:extLst>
            </p:cNvPr>
            <p:cNvSpPr/>
            <p:nvPr/>
          </p:nvSpPr>
          <p:spPr>
            <a:xfrm>
              <a:off x="-2693116" y="2284388"/>
              <a:ext cx="1497900" cy="5862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85;p2">
              <a:extLst>
                <a:ext uri="{FF2B5EF4-FFF2-40B4-BE49-F238E27FC236}">
                  <a16:creationId xmlns:a16="http://schemas.microsoft.com/office/drawing/2014/main" id="{D1006494-0DAC-1A88-A035-5B8662480335}"/>
                </a:ext>
              </a:extLst>
            </p:cNvPr>
            <p:cNvSpPr/>
            <p:nvPr/>
          </p:nvSpPr>
          <p:spPr>
            <a:xfrm>
              <a:off x="-2634718" y="2337521"/>
              <a:ext cx="1400100" cy="4680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AdSlot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" name="Google Shape;83;p2">
            <a:extLst>
              <a:ext uri="{FF2B5EF4-FFF2-40B4-BE49-F238E27FC236}">
                <a16:creationId xmlns:a16="http://schemas.microsoft.com/office/drawing/2014/main" id="{D081E58D-5597-56D3-0924-EA4ED844E814}"/>
              </a:ext>
            </a:extLst>
          </p:cNvPr>
          <p:cNvGrpSpPr/>
          <p:nvPr/>
        </p:nvGrpSpPr>
        <p:grpSpPr>
          <a:xfrm>
            <a:off x="7155340" y="5927668"/>
            <a:ext cx="1497900" cy="586200"/>
            <a:chOff x="-2693116" y="2284388"/>
            <a:chExt cx="1497900" cy="586200"/>
          </a:xfrm>
        </p:grpSpPr>
        <p:sp>
          <p:nvSpPr>
            <p:cNvPr id="28" name="Google Shape;84;p2">
              <a:extLst>
                <a:ext uri="{FF2B5EF4-FFF2-40B4-BE49-F238E27FC236}">
                  <a16:creationId xmlns:a16="http://schemas.microsoft.com/office/drawing/2014/main" id="{00EBF018-7632-CDE7-2C89-A20B771ABB10}"/>
                </a:ext>
              </a:extLst>
            </p:cNvPr>
            <p:cNvSpPr/>
            <p:nvPr/>
          </p:nvSpPr>
          <p:spPr>
            <a:xfrm>
              <a:off x="-2693116" y="2284388"/>
              <a:ext cx="1497900" cy="5862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5;p2">
              <a:extLst>
                <a:ext uri="{FF2B5EF4-FFF2-40B4-BE49-F238E27FC236}">
                  <a16:creationId xmlns:a16="http://schemas.microsoft.com/office/drawing/2014/main" id="{ACB7EBB0-2025-A880-F055-2C952A5FFCC4}"/>
                </a:ext>
              </a:extLst>
            </p:cNvPr>
            <p:cNvSpPr/>
            <p:nvPr/>
          </p:nvSpPr>
          <p:spPr>
            <a:xfrm>
              <a:off x="-2634718" y="2337521"/>
              <a:ext cx="1400100" cy="4680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AdInteraction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1" name="Google Shape;86;p2">
            <a:extLst>
              <a:ext uri="{FF2B5EF4-FFF2-40B4-BE49-F238E27FC236}">
                <a16:creationId xmlns:a16="http://schemas.microsoft.com/office/drawing/2014/main" id="{1F5137DA-FCB7-4FCD-C424-AEAD4BE39BE6}"/>
              </a:ext>
            </a:extLst>
          </p:cNvPr>
          <p:cNvCxnSpPr>
            <a:cxnSpLocks/>
            <a:stCxn id="2" idx="0"/>
            <a:endCxn id="103" idx="1"/>
          </p:cNvCxnSpPr>
          <p:nvPr/>
        </p:nvCxnSpPr>
        <p:spPr>
          <a:xfrm flipH="1" flipV="1">
            <a:off x="2111595" y="774581"/>
            <a:ext cx="342025" cy="80619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40" name="Google Shape;103;p2">
            <a:extLst>
              <a:ext uri="{FF2B5EF4-FFF2-40B4-BE49-F238E27FC236}">
                <a16:creationId xmlns:a16="http://schemas.microsoft.com/office/drawing/2014/main" id="{88B1A1F3-822C-94D9-DBD0-05AAE0B8604B}"/>
              </a:ext>
            </a:extLst>
          </p:cNvPr>
          <p:cNvSpPr/>
          <p:nvPr/>
        </p:nvSpPr>
        <p:spPr>
          <a:xfrm>
            <a:off x="6564193" y="342701"/>
            <a:ext cx="1790100" cy="563400"/>
          </a:xfrm>
          <a:prstGeom prst="diamond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" name="Google Shape;86;p2">
            <a:extLst>
              <a:ext uri="{FF2B5EF4-FFF2-40B4-BE49-F238E27FC236}">
                <a16:creationId xmlns:a16="http://schemas.microsoft.com/office/drawing/2014/main" id="{E77B7B49-0DC2-9910-1571-F1849C66D168}"/>
              </a:ext>
            </a:extLst>
          </p:cNvPr>
          <p:cNvCxnSpPr>
            <a:cxnSpLocks/>
            <a:stCxn id="40" idx="3"/>
            <a:endCxn id="11" idx="1"/>
          </p:cNvCxnSpPr>
          <p:nvPr/>
        </p:nvCxnSpPr>
        <p:spPr>
          <a:xfrm>
            <a:off x="8354293" y="624401"/>
            <a:ext cx="629977" cy="1665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48" name="Google Shape;103;p2">
            <a:extLst>
              <a:ext uri="{FF2B5EF4-FFF2-40B4-BE49-F238E27FC236}">
                <a16:creationId xmlns:a16="http://schemas.microsoft.com/office/drawing/2014/main" id="{052378DC-1006-ED42-CB0B-B50B5361A1FB}"/>
              </a:ext>
            </a:extLst>
          </p:cNvPr>
          <p:cNvSpPr/>
          <p:nvPr/>
        </p:nvSpPr>
        <p:spPr>
          <a:xfrm>
            <a:off x="9489320" y="1671415"/>
            <a:ext cx="1790100" cy="563400"/>
          </a:xfrm>
          <a:prstGeom prst="diamond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" name="Google Shape;86;p2">
            <a:extLst>
              <a:ext uri="{FF2B5EF4-FFF2-40B4-BE49-F238E27FC236}">
                <a16:creationId xmlns:a16="http://schemas.microsoft.com/office/drawing/2014/main" id="{4E567A3A-EAC8-7DB4-AB13-2C8DA3AEF091}"/>
              </a:ext>
            </a:extLst>
          </p:cNvPr>
          <p:cNvCxnSpPr>
            <a:cxnSpLocks/>
            <a:stCxn id="131" idx="0"/>
            <a:endCxn id="12" idx="2"/>
          </p:cNvCxnSpPr>
          <p:nvPr/>
        </p:nvCxnSpPr>
        <p:spPr>
          <a:xfrm flipH="1" flipV="1">
            <a:off x="5106227" y="825844"/>
            <a:ext cx="1305068" cy="28259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55" name="Google Shape;103;p2">
            <a:extLst>
              <a:ext uri="{FF2B5EF4-FFF2-40B4-BE49-F238E27FC236}">
                <a16:creationId xmlns:a16="http://schemas.microsoft.com/office/drawing/2014/main" id="{18C060EA-CC9A-B0DE-4C5F-3148B17BBC1F}"/>
              </a:ext>
            </a:extLst>
          </p:cNvPr>
          <p:cNvSpPr/>
          <p:nvPr/>
        </p:nvSpPr>
        <p:spPr>
          <a:xfrm>
            <a:off x="1753570" y="2626892"/>
            <a:ext cx="1790100" cy="563400"/>
          </a:xfrm>
          <a:prstGeom prst="diamond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" name="Google Shape;86;p2">
            <a:extLst>
              <a:ext uri="{FF2B5EF4-FFF2-40B4-BE49-F238E27FC236}">
                <a16:creationId xmlns:a16="http://schemas.microsoft.com/office/drawing/2014/main" id="{7E187827-A787-448A-EF5E-5949CCC97063}"/>
              </a:ext>
            </a:extLst>
          </p:cNvPr>
          <p:cNvCxnSpPr>
            <a:cxnSpLocks/>
            <a:stCxn id="48" idx="1"/>
            <a:endCxn id="14" idx="3"/>
          </p:cNvCxnSpPr>
          <p:nvPr/>
        </p:nvCxnSpPr>
        <p:spPr>
          <a:xfrm flipH="1" flipV="1">
            <a:off x="9054343" y="1857163"/>
            <a:ext cx="434977" cy="9595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62" name="Google Shape;103;p2">
            <a:extLst>
              <a:ext uri="{FF2B5EF4-FFF2-40B4-BE49-F238E27FC236}">
                <a16:creationId xmlns:a16="http://schemas.microsoft.com/office/drawing/2014/main" id="{0CCF79A4-7D74-664C-6088-97E1820EA97E}"/>
              </a:ext>
            </a:extLst>
          </p:cNvPr>
          <p:cNvSpPr/>
          <p:nvPr/>
        </p:nvSpPr>
        <p:spPr>
          <a:xfrm>
            <a:off x="8089220" y="3234773"/>
            <a:ext cx="1790100" cy="563400"/>
          </a:xfrm>
          <a:prstGeom prst="diamond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contains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103;p2">
            <a:extLst>
              <a:ext uri="{FF2B5EF4-FFF2-40B4-BE49-F238E27FC236}">
                <a16:creationId xmlns:a16="http://schemas.microsoft.com/office/drawing/2014/main" id="{A5C1B155-3131-C836-63ED-C9683B1170C9}"/>
              </a:ext>
            </a:extLst>
          </p:cNvPr>
          <p:cNvSpPr/>
          <p:nvPr/>
        </p:nvSpPr>
        <p:spPr>
          <a:xfrm>
            <a:off x="3901695" y="5660671"/>
            <a:ext cx="1790100" cy="563400"/>
          </a:xfrm>
          <a:prstGeom prst="diamond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esults_in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" name="Google Shape;86;p2">
            <a:extLst>
              <a:ext uri="{FF2B5EF4-FFF2-40B4-BE49-F238E27FC236}">
                <a16:creationId xmlns:a16="http://schemas.microsoft.com/office/drawing/2014/main" id="{2EC4AA53-57A3-F9D1-43B7-A1A394E62AEB}"/>
              </a:ext>
            </a:extLst>
          </p:cNvPr>
          <p:cNvCxnSpPr>
            <a:cxnSpLocks/>
            <a:stCxn id="55" idx="0"/>
            <a:endCxn id="2" idx="2"/>
          </p:cNvCxnSpPr>
          <p:nvPr/>
        </p:nvCxnSpPr>
        <p:spPr>
          <a:xfrm flipH="1" flipV="1">
            <a:off x="2453620" y="2048775"/>
            <a:ext cx="195000" cy="57811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77" name="Google Shape;86;p2">
            <a:extLst>
              <a:ext uri="{FF2B5EF4-FFF2-40B4-BE49-F238E27FC236}">
                <a16:creationId xmlns:a16="http://schemas.microsoft.com/office/drawing/2014/main" id="{6D2E8A0D-EFA6-6FC6-95D9-EE30697CE66D}"/>
              </a:ext>
            </a:extLst>
          </p:cNvPr>
          <p:cNvCxnSpPr>
            <a:cxnSpLocks/>
            <a:stCxn id="17" idx="2"/>
            <a:endCxn id="136" idx="0"/>
          </p:cNvCxnSpPr>
          <p:nvPr/>
        </p:nvCxnSpPr>
        <p:spPr>
          <a:xfrm flipH="1">
            <a:off x="1427831" y="4157494"/>
            <a:ext cx="1383814" cy="36566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80" name="Google Shape;86;p2">
            <a:extLst>
              <a:ext uri="{FF2B5EF4-FFF2-40B4-BE49-F238E27FC236}">
                <a16:creationId xmlns:a16="http://schemas.microsoft.com/office/drawing/2014/main" id="{855B3380-8059-5851-F38A-6AD840587655}"/>
              </a:ext>
            </a:extLst>
          </p:cNvPr>
          <p:cNvCxnSpPr>
            <a:cxnSpLocks/>
            <a:stCxn id="136" idx="2"/>
            <a:endCxn id="25" idx="0"/>
          </p:cNvCxnSpPr>
          <p:nvPr/>
        </p:nvCxnSpPr>
        <p:spPr>
          <a:xfrm>
            <a:off x="1427831" y="5124822"/>
            <a:ext cx="243981" cy="35839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07" name="Google Shape;86;p2">
            <a:extLst>
              <a:ext uri="{FF2B5EF4-FFF2-40B4-BE49-F238E27FC236}">
                <a16:creationId xmlns:a16="http://schemas.microsoft.com/office/drawing/2014/main" id="{397B2585-656E-2383-513E-17F44C24AF9C}"/>
              </a:ext>
            </a:extLst>
          </p:cNvPr>
          <p:cNvCxnSpPr>
            <a:cxnSpLocks/>
            <a:stCxn id="25" idx="3"/>
            <a:endCxn id="69" idx="1"/>
          </p:cNvCxnSpPr>
          <p:nvPr/>
        </p:nvCxnSpPr>
        <p:spPr>
          <a:xfrm>
            <a:off x="2420762" y="5776321"/>
            <a:ext cx="1480933" cy="16605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11" name="Google Shape;86;p2">
            <a:extLst>
              <a:ext uri="{FF2B5EF4-FFF2-40B4-BE49-F238E27FC236}">
                <a16:creationId xmlns:a16="http://schemas.microsoft.com/office/drawing/2014/main" id="{12F11547-47FF-9C9F-FC51-258D38D64698}"/>
              </a:ext>
            </a:extLst>
          </p:cNvPr>
          <p:cNvCxnSpPr>
            <a:cxnSpLocks/>
            <a:stCxn id="69" idx="3"/>
            <a:endCxn id="19" idx="1"/>
          </p:cNvCxnSpPr>
          <p:nvPr/>
        </p:nvCxnSpPr>
        <p:spPr>
          <a:xfrm flipV="1">
            <a:off x="5691795" y="4921964"/>
            <a:ext cx="1399518" cy="102040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15" name="Google Shape;86;p2">
            <a:extLst>
              <a:ext uri="{FF2B5EF4-FFF2-40B4-BE49-F238E27FC236}">
                <a16:creationId xmlns:a16="http://schemas.microsoft.com/office/drawing/2014/main" id="{03D60114-B7B0-C269-1E81-0A95A2418249}"/>
              </a:ext>
            </a:extLst>
          </p:cNvPr>
          <p:cNvCxnSpPr>
            <a:cxnSpLocks/>
            <a:stCxn id="19" idx="3"/>
            <a:endCxn id="141" idx="0"/>
          </p:cNvCxnSpPr>
          <p:nvPr/>
        </p:nvCxnSpPr>
        <p:spPr>
          <a:xfrm>
            <a:off x="8491413" y="4921964"/>
            <a:ext cx="674134" cy="29626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21" name="Google Shape;103;p2">
            <a:extLst>
              <a:ext uri="{FF2B5EF4-FFF2-40B4-BE49-F238E27FC236}">
                <a16:creationId xmlns:a16="http://schemas.microsoft.com/office/drawing/2014/main" id="{DB00A3BB-0319-1CB7-7EBE-CDC9BB02E9DD}"/>
              </a:ext>
            </a:extLst>
          </p:cNvPr>
          <p:cNvSpPr/>
          <p:nvPr/>
        </p:nvSpPr>
        <p:spPr>
          <a:xfrm>
            <a:off x="8859343" y="4096683"/>
            <a:ext cx="1790100" cy="563400"/>
          </a:xfrm>
          <a:prstGeom prst="diamond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03;p2">
            <a:extLst>
              <a:ext uri="{FF2B5EF4-FFF2-40B4-BE49-F238E27FC236}">
                <a16:creationId xmlns:a16="http://schemas.microsoft.com/office/drawing/2014/main" id="{62515115-B084-A89D-E0CD-C72A5B7F9C74}"/>
              </a:ext>
            </a:extLst>
          </p:cNvPr>
          <p:cNvSpPr/>
          <p:nvPr/>
        </p:nvSpPr>
        <p:spPr>
          <a:xfrm>
            <a:off x="-769740" y="2747353"/>
            <a:ext cx="1790100" cy="563400"/>
          </a:xfrm>
          <a:prstGeom prst="diamond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&lt;relationship type&gt;d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" name="Google Shape;86;p2">
            <a:extLst>
              <a:ext uri="{FF2B5EF4-FFF2-40B4-BE49-F238E27FC236}">
                <a16:creationId xmlns:a16="http://schemas.microsoft.com/office/drawing/2014/main" id="{20887B25-600E-BD76-788F-F2E779C5AF58}"/>
              </a:ext>
            </a:extLst>
          </p:cNvPr>
          <p:cNvCxnSpPr>
            <a:cxnSpLocks/>
            <a:stCxn id="121" idx="3"/>
            <a:endCxn id="16" idx="2"/>
          </p:cNvCxnSpPr>
          <p:nvPr/>
        </p:nvCxnSpPr>
        <p:spPr>
          <a:xfrm flipV="1">
            <a:off x="10649443" y="3825031"/>
            <a:ext cx="284429" cy="55335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grpSp>
        <p:nvGrpSpPr>
          <p:cNvPr id="130" name="Google Shape;99;p2">
            <a:extLst>
              <a:ext uri="{FF2B5EF4-FFF2-40B4-BE49-F238E27FC236}">
                <a16:creationId xmlns:a16="http://schemas.microsoft.com/office/drawing/2014/main" id="{6F2B91F5-1FD7-DD0E-C577-62845663D12D}"/>
              </a:ext>
            </a:extLst>
          </p:cNvPr>
          <p:cNvGrpSpPr/>
          <p:nvPr/>
        </p:nvGrpSpPr>
        <p:grpSpPr>
          <a:xfrm>
            <a:off x="5526380" y="1108440"/>
            <a:ext cx="1769830" cy="601664"/>
            <a:chOff x="259630" y="3076443"/>
            <a:chExt cx="2013000" cy="840900"/>
          </a:xfrm>
        </p:grpSpPr>
        <p:sp>
          <p:nvSpPr>
            <p:cNvPr id="131" name="Google Shape;100;p2">
              <a:extLst>
                <a:ext uri="{FF2B5EF4-FFF2-40B4-BE49-F238E27FC236}">
                  <a16:creationId xmlns:a16="http://schemas.microsoft.com/office/drawing/2014/main" id="{D74641A1-8595-9F99-4E0B-862CDCB47A67}"/>
                </a:ext>
              </a:extLst>
            </p:cNvPr>
            <p:cNvSpPr/>
            <p:nvPr/>
          </p:nvSpPr>
          <p:spPr>
            <a:xfrm>
              <a:off x="259630" y="3076443"/>
              <a:ext cx="2013000" cy="840900"/>
            </a:xfrm>
            <a:prstGeom prst="diamond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01;p2">
              <a:extLst>
                <a:ext uri="{FF2B5EF4-FFF2-40B4-BE49-F238E27FC236}">
                  <a16:creationId xmlns:a16="http://schemas.microsoft.com/office/drawing/2014/main" id="{44E23357-01DE-E013-7496-0FBDA2B283E6}"/>
                </a:ext>
              </a:extLst>
            </p:cNvPr>
            <p:cNvSpPr/>
            <p:nvPr/>
          </p:nvSpPr>
          <p:spPr>
            <a:xfrm>
              <a:off x="370759" y="3128723"/>
              <a:ext cx="1790100" cy="735900"/>
            </a:xfrm>
            <a:prstGeom prst="diamond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records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5" name="Google Shape;99;p2">
            <a:extLst>
              <a:ext uri="{FF2B5EF4-FFF2-40B4-BE49-F238E27FC236}">
                <a16:creationId xmlns:a16="http://schemas.microsoft.com/office/drawing/2014/main" id="{0B3DE253-4DBE-3C3C-C167-7E5EF92772D8}"/>
              </a:ext>
            </a:extLst>
          </p:cNvPr>
          <p:cNvGrpSpPr/>
          <p:nvPr/>
        </p:nvGrpSpPr>
        <p:grpSpPr>
          <a:xfrm>
            <a:off x="542916" y="4523158"/>
            <a:ext cx="1769830" cy="601664"/>
            <a:chOff x="259630" y="3076443"/>
            <a:chExt cx="2013000" cy="840900"/>
          </a:xfrm>
        </p:grpSpPr>
        <p:sp>
          <p:nvSpPr>
            <p:cNvPr id="136" name="Google Shape;100;p2">
              <a:extLst>
                <a:ext uri="{FF2B5EF4-FFF2-40B4-BE49-F238E27FC236}">
                  <a16:creationId xmlns:a16="http://schemas.microsoft.com/office/drawing/2014/main" id="{113FCA8D-931C-9475-30FD-87441963412A}"/>
                </a:ext>
              </a:extLst>
            </p:cNvPr>
            <p:cNvSpPr/>
            <p:nvPr/>
          </p:nvSpPr>
          <p:spPr>
            <a:xfrm>
              <a:off x="259630" y="3076443"/>
              <a:ext cx="2013000" cy="840900"/>
            </a:xfrm>
            <a:prstGeom prst="diamond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01;p2">
              <a:extLst>
                <a:ext uri="{FF2B5EF4-FFF2-40B4-BE49-F238E27FC236}">
                  <a16:creationId xmlns:a16="http://schemas.microsoft.com/office/drawing/2014/main" id="{AA473046-6641-FB43-9C1F-C801B156C736}"/>
                </a:ext>
              </a:extLst>
            </p:cNvPr>
            <p:cNvSpPr/>
            <p:nvPr/>
          </p:nvSpPr>
          <p:spPr>
            <a:xfrm>
              <a:off x="370759" y="3128723"/>
              <a:ext cx="1790100" cy="735900"/>
            </a:xfrm>
            <a:prstGeom prst="diamond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creates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0" name="Google Shape;99;p2">
            <a:extLst>
              <a:ext uri="{FF2B5EF4-FFF2-40B4-BE49-F238E27FC236}">
                <a16:creationId xmlns:a16="http://schemas.microsoft.com/office/drawing/2014/main" id="{6A746147-EC1A-927F-516E-ABD52B1FD3CC}"/>
              </a:ext>
            </a:extLst>
          </p:cNvPr>
          <p:cNvGrpSpPr/>
          <p:nvPr/>
        </p:nvGrpSpPr>
        <p:grpSpPr>
          <a:xfrm>
            <a:off x="8280632" y="5218227"/>
            <a:ext cx="1769830" cy="601664"/>
            <a:chOff x="259630" y="3076443"/>
            <a:chExt cx="2013000" cy="840900"/>
          </a:xfrm>
        </p:grpSpPr>
        <p:sp>
          <p:nvSpPr>
            <p:cNvPr id="141" name="Google Shape;100;p2">
              <a:extLst>
                <a:ext uri="{FF2B5EF4-FFF2-40B4-BE49-F238E27FC236}">
                  <a16:creationId xmlns:a16="http://schemas.microsoft.com/office/drawing/2014/main" id="{600FD30C-3685-1914-083A-DCF2BBDC164B}"/>
                </a:ext>
              </a:extLst>
            </p:cNvPr>
            <p:cNvSpPr/>
            <p:nvPr/>
          </p:nvSpPr>
          <p:spPr>
            <a:xfrm>
              <a:off x="259630" y="3076443"/>
              <a:ext cx="2013000" cy="840900"/>
            </a:xfrm>
            <a:prstGeom prst="diamond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01;p2">
              <a:extLst>
                <a:ext uri="{FF2B5EF4-FFF2-40B4-BE49-F238E27FC236}">
                  <a16:creationId xmlns:a16="http://schemas.microsoft.com/office/drawing/2014/main" id="{E70D401B-DCE5-0E2A-67DA-6E4AD8043B3B}"/>
                </a:ext>
              </a:extLst>
            </p:cNvPr>
            <p:cNvSpPr/>
            <p:nvPr/>
          </p:nvSpPr>
          <p:spPr>
            <a:xfrm>
              <a:off x="370759" y="3128723"/>
              <a:ext cx="1790100" cy="735900"/>
            </a:xfrm>
            <a:prstGeom prst="diamond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logs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45" name="Google Shape;89;p2">
            <a:extLst>
              <a:ext uri="{FF2B5EF4-FFF2-40B4-BE49-F238E27FC236}">
                <a16:creationId xmlns:a16="http://schemas.microsoft.com/office/drawing/2014/main" id="{1B67A9B7-5214-68D1-0520-8F51833B9D3C}"/>
              </a:ext>
            </a:extLst>
          </p:cNvPr>
          <p:cNvCxnSpPr>
            <a:cxnSpLocks/>
            <a:stCxn id="12" idx="1"/>
            <a:endCxn id="103" idx="3"/>
          </p:cNvCxnSpPr>
          <p:nvPr/>
        </p:nvCxnSpPr>
        <p:spPr>
          <a:xfrm flipH="1">
            <a:off x="3901695" y="591844"/>
            <a:ext cx="504482" cy="182737"/>
          </a:xfrm>
          <a:prstGeom prst="straightConnector1">
            <a:avLst/>
          </a:prstGeom>
          <a:noFill/>
          <a:ln w="50800" cap="flat" cmpd="dbl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48" name="Google Shape;102;p2">
            <a:extLst>
              <a:ext uri="{FF2B5EF4-FFF2-40B4-BE49-F238E27FC236}">
                <a16:creationId xmlns:a16="http://schemas.microsoft.com/office/drawing/2014/main" id="{8EB09374-1B31-8491-05B2-8E0AC66DDBDA}"/>
              </a:ext>
            </a:extLst>
          </p:cNvPr>
          <p:cNvSpPr txBox="1"/>
          <p:nvPr/>
        </p:nvSpPr>
        <p:spPr>
          <a:xfrm>
            <a:off x="2444350" y="1380689"/>
            <a:ext cx="25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98;p2">
            <a:extLst>
              <a:ext uri="{FF2B5EF4-FFF2-40B4-BE49-F238E27FC236}">
                <a16:creationId xmlns:a16="http://schemas.microsoft.com/office/drawing/2014/main" id="{82FEB18C-3511-79D8-DE0B-FA08EC43F2D8}"/>
              </a:ext>
            </a:extLst>
          </p:cNvPr>
          <p:cNvSpPr txBox="1"/>
          <p:nvPr/>
        </p:nvSpPr>
        <p:spPr>
          <a:xfrm>
            <a:off x="4153936" y="655569"/>
            <a:ext cx="293700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Arial"/>
                <a:cs typeface="Calibri"/>
                <a:sym typeface="Calibri"/>
              </a:rPr>
              <a:t>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02;p2">
            <a:extLst>
              <a:ext uri="{FF2B5EF4-FFF2-40B4-BE49-F238E27FC236}">
                <a16:creationId xmlns:a16="http://schemas.microsoft.com/office/drawing/2014/main" id="{96F74E48-6A6E-A4BC-EA70-6028682A9CDD}"/>
              </a:ext>
            </a:extLst>
          </p:cNvPr>
          <p:cNvSpPr txBox="1"/>
          <p:nvPr/>
        </p:nvSpPr>
        <p:spPr>
          <a:xfrm>
            <a:off x="8719165" y="345544"/>
            <a:ext cx="25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98;p2">
            <a:extLst>
              <a:ext uri="{FF2B5EF4-FFF2-40B4-BE49-F238E27FC236}">
                <a16:creationId xmlns:a16="http://schemas.microsoft.com/office/drawing/2014/main" id="{50084930-828F-3CA1-FE35-5A52F9908CEE}"/>
              </a:ext>
            </a:extLst>
          </p:cNvPr>
          <p:cNvSpPr txBox="1"/>
          <p:nvPr/>
        </p:nvSpPr>
        <p:spPr>
          <a:xfrm>
            <a:off x="5756103" y="318835"/>
            <a:ext cx="293700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98;p2">
            <a:extLst>
              <a:ext uri="{FF2B5EF4-FFF2-40B4-BE49-F238E27FC236}">
                <a16:creationId xmlns:a16="http://schemas.microsoft.com/office/drawing/2014/main" id="{4E6859F6-F831-C76D-02D7-96F7713451FE}"/>
              </a:ext>
            </a:extLst>
          </p:cNvPr>
          <p:cNvSpPr txBox="1"/>
          <p:nvPr/>
        </p:nvSpPr>
        <p:spPr>
          <a:xfrm>
            <a:off x="4935860" y="818088"/>
            <a:ext cx="293700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98;p2">
            <a:extLst>
              <a:ext uri="{FF2B5EF4-FFF2-40B4-BE49-F238E27FC236}">
                <a16:creationId xmlns:a16="http://schemas.microsoft.com/office/drawing/2014/main" id="{53907337-ACD9-52AC-51DB-55C4B103805B}"/>
              </a:ext>
            </a:extLst>
          </p:cNvPr>
          <p:cNvSpPr txBox="1"/>
          <p:nvPr/>
        </p:nvSpPr>
        <p:spPr>
          <a:xfrm>
            <a:off x="5581735" y="1893506"/>
            <a:ext cx="293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8" name="Google Shape;89;p2">
            <a:extLst>
              <a:ext uri="{FF2B5EF4-FFF2-40B4-BE49-F238E27FC236}">
                <a16:creationId xmlns:a16="http://schemas.microsoft.com/office/drawing/2014/main" id="{3A6ED969-B80F-E5DF-D189-9F6DCCC43C4F}"/>
              </a:ext>
            </a:extLst>
          </p:cNvPr>
          <p:cNvCxnSpPr>
            <a:cxnSpLocks/>
            <a:stCxn id="48" idx="2"/>
            <a:endCxn id="15" idx="0"/>
          </p:cNvCxnSpPr>
          <p:nvPr/>
        </p:nvCxnSpPr>
        <p:spPr>
          <a:xfrm flipH="1">
            <a:off x="9754393" y="2234815"/>
            <a:ext cx="629977" cy="328517"/>
          </a:xfrm>
          <a:prstGeom prst="straightConnector1">
            <a:avLst/>
          </a:prstGeom>
          <a:noFill/>
          <a:ln w="50800" cap="flat" cmpd="dbl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61" name="Google Shape;89;p2">
            <a:extLst>
              <a:ext uri="{FF2B5EF4-FFF2-40B4-BE49-F238E27FC236}">
                <a16:creationId xmlns:a16="http://schemas.microsoft.com/office/drawing/2014/main" id="{F4F329B1-C536-E8E9-7B72-71E1A9DA0295}"/>
              </a:ext>
            </a:extLst>
          </p:cNvPr>
          <p:cNvCxnSpPr>
            <a:cxnSpLocks/>
            <a:stCxn id="62" idx="0"/>
            <a:endCxn id="15" idx="2"/>
          </p:cNvCxnSpPr>
          <p:nvPr/>
        </p:nvCxnSpPr>
        <p:spPr>
          <a:xfrm flipV="1">
            <a:off x="8984270" y="3031332"/>
            <a:ext cx="770123" cy="203441"/>
          </a:xfrm>
          <a:prstGeom prst="straightConnector1">
            <a:avLst/>
          </a:prstGeom>
          <a:noFill/>
          <a:ln w="50800" cap="flat" cmpd="dbl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64" name="Google Shape;89;p2">
            <a:extLst>
              <a:ext uri="{FF2B5EF4-FFF2-40B4-BE49-F238E27FC236}">
                <a16:creationId xmlns:a16="http://schemas.microsoft.com/office/drawing/2014/main" id="{F4526BDC-94F0-E23E-7B4F-B670C9E093A6}"/>
              </a:ext>
            </a:extLst>
          </p:cNvPr>
          <p:cNvCxnSpPr>
            <a:cxnSpLocks/>
            <a:stCxn id="62" idx="3"/>
            <a:endCxn id="16" idx="1"/>
          </p:cNvCxnSpPr>
          <p:nvPr/>
        </p:nvCxnSpPr>
        <p:spPr>
          <a:xfrm>
            <a:off x="9879320" y="3516473"/>
            <a:ext cx="354502" cy="74558"/>
          </a:xfrm>
          <a:prstGeom prst="straightConnector1">
            <a:avLst/>
          </a:prstGeom>
          <a:noFill/>
          <a:ln w="50800" cap="flat" cmpd="dbl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67" name="Google Shape;98;p2">
            <a:extLst>
              <a:ext uri="{FF2B5EF4-FFF2-40B4-BE49-F238E27FC236}">
                <a16:creationId xmlns:a16="http://schemas.microsoft.com/office/drawing/2014/main" id="{2378183B-DCE8-F5F1-B303-55B199C0F06D}"/>
              </a:ext>
            </a:extLst>
          </p:cNvPr>
          <p:cNvSpPr txBox="1"/>
          <p:nvPr/>
        </p:nvSpPr>
        <p:spPr>
          <a:xfrm>
            <a:off x="9482049" y="2345863"/>
            <a:ext cx="293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02;p2">
            <a:extLst>
              <a:ext uri="{FF2B5EF4-FFF2-40B4-BE49-F238E27FC236}">
                <a16:creationId xmlns:a16="http://schemas.microsoft.com/office/drawing/2014/main" id="{989D2BC6-9E60-B807-7755-22A74B8A4FE7}"/>
              </a:ext>
            </a:extLst>
          </p:cNvPr>
          <p:cNvSpPr txBox="1"/>
          <p:nvPr/>
        </p:nvSpPr>
        <p:spPr>
          <a:xfrm>
            <a:off x="8995622" y="1569755"/>
            <a:ext cx="25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02;p2">
            <a:extLst>
              <a:ext uri="{FF2B5EF4-FFF2-40B4-BE49-F238E27FC236}">
                <a16:creationId xmlns:a16="http://schemas.microsoft.com/office/drawing/2014/main" id="{90400924-D1C8-9667-AA70-AEAB7F0FF497}"/>
              </a:ext>
            </a:extLst>
          </p:cNvPr>
          <p:cNvSpPr txBox="1"/>
          <p:nvPr/>
        </p:nvSpPr>
        <p:spPr>
          <a:xfrm>
            <a:off x="9691607" y="2968894"/>
            <a:ext cx="25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98;p2">
            <a:extLst>
              <a:ext uri="{FF2B5EF4-FFF2-40B4-BE49-F238E27FC236}">
                <a16:creationId xmlns:a16="http://schemas.microsoft.com/office/drawing/2014/main" id="{EBB302CA-86A1-8072-7FDB-42226204DC1F}"/>
              </a:ext>
            </a:extLst>
          </p:cNvPr>
          <p:cNvSpPr txBox="1"/>
          <p:nvPr/>
        </p:nvSpPr>
        <p:spPr>
          <a:xfrm>
            <a:off x="9952193" y="3312799"/>
            <a:ext cx="293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02;p2">
            <a:extLst>
              <a:ext uri="{FF2B5EF4-FFF2-40B4-BE49-F238E27FC236}">
                <a16:creationId xmlns:a16="http://schemas.microsoft.com/office/drawing/2014/main" id="{6AAFEF33-5F7A-4919-478F-774B23A8F347}"/>
              </a:ext>
            </a:extLst>
          </p:cNvPr>
          <p:cNvSpPr txBox="1"/>
          <p:nvPr/>
        </p:nvSpPr>
        <p:spPr>
          <a:xfrm>
            <a:off x="2499959" y="2093679"/>
            <a:ext cx="25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98;p2">
            <a:extLst>
              <a:ext uri="{FF2B5EF4-FFF2-40B4-BE49-F238E27FC236}">
                <a16:creationId xmlns:a16="http://schemas.microsoft.com/office/drawing/2014/main" id="{DCF33BCC-F93A-D559-DF25-C8522018B458}"/>
              </a:ext>
            </a:extLst>
          </p:cNvPr>
          <p:cNvSpPr txBox="1"/>
          <p:nvPr/>
        </p:nvSpPr>
        <p:spPr>
          <a:xfrm>
            <a:off x="2753948" y="3502876"/>
            <a:ext cx="293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3" name="Google Shape;89;p2">
            <a:extLst>
              <a:ext uri="{FF2B5EF4-FFF2-40B4-BE49-F238E27FC236}">
                <a16:creationId xmlns:a16="http://schemas.microsoft.com/office/drawing/2014/main" id="{17806FA5-9137-18B4-D4BF-33AF5C6E3467}"/>
              </a:ext>
            </a:extLst>
          </p:cNvPr>
          <p:cNvCxnSpPr>
            <a:cxnSpLocks/>
            <a:stCxn id="17" idx="0"/>
            <a:endCxn id="55" idx="2"/>
          </p:cNvCxnSpPr>
          <p:nvPr/>
        </p:nvCxnSpPr>
        <p:spPr>
          <a:xfrm flipH="1" flipV="1">
            <a:off x="2648620" y="3190292"/>
            <a:ext cx="163025" cy="499202"/>
          </a:xfrm>
          <a:prstGeom prst="straightConnector1">
            <a:avLst/>
          </a:prstGeom>
          <a:noFill/>
          <a:ln w="50800" cap="flat" cmpd="dbl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76" name="Google Shape;102;p2">
            <a:extLst>
              <a:ext uri="{FF2B5EF4-FFF2-40B4-BE49-F238E27FC236}">
                <a16:creationId xmlns:a16="http://schemas.microsoft.com/office/drawing/2014/main" id="{F3FACDC9-94B1-701E-91F3-6B7D224C588F}"/>
              </a:ext>
            </a:extLst>
          </p:cNvPr>
          <p:cNvSpPr txBox="1"/>
          <p:nvPr/>
        </p:nvSpPr>
        <p:spPr>
          <a:xfrm>
            <a:off x="2650298" y="4157494"/>
            <a:ext cx="25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98;p2">
            <a:extLst>
              <a:ext uri="{FF2B5EF4-FFF2-40B4-BE49-F238E27FC236}">
                <a16:creationId xmlns:a16="http://schemas.microsoft.com/office/drawing/2014/main" id="{C7464C1B-F17D-8545-761F-587B0B8204EA}"/>
              </a:ext>
            </a:extLst>
          </p:cNvPr>
          <p:cNvSpPr txBox="1"/>
          <p:nvPr/>
        </p:nvSpPr>
        <p:spPr>
          <a:xfrm>
            <a:off x="1606720" y="5291674"/>
            <a:ext cx="293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02;p2">
            <a:extLst>
              <a:ext uri="{FF2B5EF4-FFF2-40B4-BE49-F238E27FC236}">
                <a16:creationId xmlns:a16="http://schemas.microsoft.com/office/drawing/2014/main" id="{A08EAB6E-BACD-AB88-C695-CD05D81BBEB1}"/>
              </a:ext>
            </a:extLst>
          </p:cNvPr>
          <p:cNvSpPr txBox="1"/>
          <p:nvPr/>
        </p:nvSpPr>
        <p:spPr>
          <a:xfrm>
            <a:off x="10883376" y="3832813"/>
            <a:ext cx="25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98;p2">
            <a:extLst>
              <a:ext uri="{FF2B5EF4-FFF2-40B4-BE49-F238E27FC236}">
                <a16:creationId xmlns:a16="http://schemas.microsoft.com/office/drawing/2014/main" id="{F24DF009-B710-7703-D3ED-0595D13E2DC7}"/>
              </a:ext>
            </a:extLst>
          </p:cNvPr>
          <p:cNvSpPr txBox="1"/>
          <p:nvPr/>
        </p:nvSpPr>
        <p:spPr>
          <a:xfrm>
            <a:off x="7555360" y="4450713"/>
            <a:ext cx="293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02;p2">
            <a:extLst>
              <a:ext uri="{FF2B5EF4-FFF2-40B4-BE49-F238E27FC236}">
                <a16:creationId xmlns:a16="http://schemas.microsoft.com/office/drawing/2014/main" id="{44FA1A5B-E3BB-00C1-294F-91EAC0E01C09}"/>
              </a:ext>
            </a:extLst>
          </p:cNvPr>
          <p:cNvSpPr txBox="1"/>
          <p:nvPr/>
        </p:nvSpPr>
        <p:spPr>
          <a:xfrm>
            <a:off x="8452730" y="5046017"/>
            <a:ext cx="25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98;p2">
            <a:extLst>
              <a:ext uri="{FF2B5EF4-FFF2-40B4-BE49-F238E27FC236}">
                <a16:creationId xmlns:a16="http://schemas.microsoft.com/office/drawing/2014/main" id="{D9D82748-DAC3-B77A-E994-D773C0A7EDB2}"/>
              </a:ext>
            </a:extLst>
          </p:cNvPr>
          <p:cNvSpPr txBox="1"/>
          <p:nvPr/>
        </p:nvSpPr>
        <p:spPr>
          <a:xfrm>
            <a:off x="8632554" y="6220768"/>
            <a:ext cx="293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3" name="Google Shape;89;p2">
            <a:extLst>
              <a:ext uri="{FF2B5EF4-FFF2-40B4-BE49-F238E27FC236}">
                <a16:creationId xmlns:a16="http://schemas.microsoft.com/office/drawing/2014/main" id="{032BAC3A-5148-F2D6-B274-44B9DAB5CA12}"/>
              </a:ext>
            </a:extLst>
          </p:cNvPr>
          <p:cNvCxnSpPr>
            <a:cxnSpLocks/>
            <a:stCxn id="28" idx="3"/>
            <a:endCxn id="141" idx="2"/>
          </p:cNvCxnSpPr>
          <p:nvPr/>
        </p:nvCxnSpPr>
        <p:spPr>
          <a:xfrm flipV="1">
            <a:off x="8653240" y="5819891"/>
            <a:ext cx="512307" cy="400877"/>
          </a:xfrm>
          <a:prstGeom prst="straightConnector1">
            <a:avLst/>
          </a:prstGeom>
          <a:noFill/>
          <a:ln w="50800" cap="flat" cmpd="dbl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86" name="Google Shape;89;p2">
            <a:extLst>
              <a:ext uri="{FF2B5EF4-FFF2-40B4-BE49-F238E27FC236}">
                <a16:creationId xmlns:a16="http://schemas.microsoft.com/office/drawing/2014/main" id="{76EFB5EA-327F-BE4F-175D-93F74FF6D19F}"/>
              </a:ext>
            </a:extLst>
          </p:cNvPr>
          <p:cNvCxnSpPr>
            <a:cxnSpLocks/>
            <a:stCxn id="121" idx="1"/>
            <a:endCxn id="19" idx="0"/>
          </p:cNvCxnSpPr>
          <p:nvPr/>
        </p:nvCxnSpPr>
        <p:spPr>
          <a:xfrm flipH="1">
            <a:off x="7791363" y="4378383"/>
            <a:ext cx="1067980" cy="309581"/>
          </a:xfrm>
          <a:prstGeom prst="straightConnector1">
            <a:avLst/>
          </a:prstGeom>
          <a:noFill/>
          <a:ln w="50800" cap="flat" cmpd="dbl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89" name="Google Shape;102;p2">
            <a:extLst>
              <a:ext uri="{FF2B5EF4-FFF2-40B4-BE49-F238E27FC236}">
                <a16:creationId xmlns:a16="http://schemas.microsoft.com/office/drawing/2014/main" id="{1F0283C6-33FB-BA8F-0364-4D6DFFAEC066}"/>
              </a:ext>
            </a:extLst>
          </p:cNvPr>
          <p:cNvSpPr txBox="1"/>
          <p:nvPr/>
        </p:nvSpPr>
        <p:spPr>
          <a:xfrm>
            <a:off x="2359975" y="5572413"/>
            <a:ext cx="25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02;p2">
            <a:extLst>
              <a:ext uri="{FF2B5EF4-FFF2-40B4-BE49-F238E27FC236}">
                <a16:creationId xmlns:a16="http://schemas.microsoft.com/office/drawing/2014/main" id="{054D8680-0629-CB7F-1420-67F3B2F330A4}"/>
              </a:ext>
            </a:extLst>
          </p:cNvPr>
          <p:cNvSpPr txBox="1"/>
          <p:nvPr/>
        </p:nvSpPr>
        <p:spPr>
          <a:xfrm>
            <a:off x="6690350" y="4697013"/>
            <a:ext cx="46085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(0,1)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1" name="Google Shape;89;p2">
            <a:extLst>
              <a:ext uri="{FF2B5EF4-FFF2-40B4-BE49-F238E27FC236}">
                <a16:creationId xmlns:a16="http://schemas.microsoft.com/office/drawing/2014/main" id="{440D6AEC-B6F0-C47A-863B-66DED550F6DA}"/>
              </a:ext>
            </a:extLst>
          </p:cNvPr>
          <p:cNvCxnSpPr>
            <a:cxnSpLocks/>
            <a:stCxn id="22" idx="0"/>
            <a:endCxn id="131" idx="2"/>
          </p:cNvCxnSpPr>
          <p:nvPr/>
        </p:nvCxnSpPr>
        <p:spPr>
          <a:xfrm flipV="1">
            <a:off x="5806277" y="1710104"/>
            <a:ext cx="605018" cy="395655"/>
          </a:xfrm>
          <a:prstGeom prst="straightConnector1">
            <a:avLst/>
          </a:prstGeom>
          <a:noFill/>
          <a:ln w="50800" cap="flat" cmpd="dbl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3" name="Google Shape;86;p2">
            <a:extLst>
              <a:ext uri="{FF2B5EF4-FFF2-40B4-BE49-F238E27FC236}">
                <a16:creationId xmlns:a16="http://schemas.microsoft.com/office/drawing/2014/main" id="{F0FF0270-8C77-1E9C-37FA-CA24DF944B2C}"/>
              </a:ext>
            </a:extLst>
          </p:cNvPr>
          <p:cNvCxnSpPr>
            <a:cxnSpLocks/>
            <a:stCxn id="12" idx="3"/>
            <a:endCxn id="40" idx="1"/>
          </p:cNvCxnSpPr>
          <p:nvPr/>
        </p:nvCxnSpPr>
        <p:spPr>
          <a:xfrm>
            <a:off x="5806277" y="591844"/>
            <a:ext cx="757916" cy="3255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</p:spTree>
    <p:extLst>
      <p:ext uri="{BB962C8B-B14F-4D97-AF65-F5344CB8AC3E}">
        <p14:creationId xmlns:p14="http://schemas.microsoft.com/office/powerpoint/2010/main" val="3543386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>
          <a:extLst>
            <a:ext uri="{FF2B5EF4-FFF2-40B4-BE49-F238E27FC236}">
              <a16:creationId xmlns:a16="http://schemas.microsoft.com/office/drawing/2014/main" id="{4A384AC3-B8D2-4EDF-9AB7-D36B571349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91;p2">
            <a:extLst>
              <a:ext uri="{FF2B5EF4-FFF2-40B4-BE49-F238E27FC236}">
                <a16:creationId xmlns:a16="http://schemas.microsoft.com/office/drawing/2014/main" id="{A09B2B2A-EB67-F4D8-A453-E0E62901323C}"/>
              </a:ext>
            </a:extLst>
          </p:cNvPr>
          <p:cNvSpPr/>
          <p:nvPr/>
        </p:nvSpPr>
        <p:spPr>
          <a:xfrm>
            <a:off x="11445043" y="2469013"/>
            <a:ext cx="1286400" cy="5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err="1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EndDate</a:t>
            </a:r>
            <a:endParaRPr sz="1400" b="0" i="0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2">
            <a:extLst>
              <a:ext uri="{FF2B5EF4-FFF2-40B4-BE49-F238E27FC236}">
                <a16:creationId xmlns:a16="http://schemas.microsoft.com/office/drawing/2014/main" id="{BE8ADC86-4BF3-2FF5-A9AD-652A39617B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6050" y="123825"/>
            <a:ext cx="10779000" cy="3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Calibri"/>
              <a:buNone/>
            </a:pPr>
            <a:r>
              <a:rPr lang="en-US" sz="2160" dirty="0"/>
              <a:t>Identify Attributes</a:t>
            </a:r>
            <a:endParaRPr dirty="0"/>
          </a:p>
        </p:txBody>
      </p:sp>
      <p:sp>
        <p:nvSpPr>
          <p:cNvPr id="87" name="Google Shape;87;p2">
            <a:extLst>
              <a:ext uri="{FF2B5EF4-FFF2-40B4-BE49-F238E27FC236}">
                <a16:creationId xmlns:a16="http://schemas.microsoft.com/office/drawing/2014/main" id="{AE773C35-BD9B-FC88-F593-1B2E4EB63E04}"/>
              </a:ext>
            </a:extLst>
          </p:cNvPr>
          <p:cNvSpPr/>
          <p:nvPr/>
        </p:nvSpPr>
        <p:spPr>
          <a:xfrm>
            <a:off x="4" y="5301907"/>
            <a:ext cx="273600" cy="2541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2">
            <a:extLst>
              <a:ext uri="{FF2B5EF4-FFF2-40B4-BE49-F238E27FC236}">
                <a16:creationId xmlns:a16="http://schemas.microsoft.com/office/drawing/2014/main" id="{2C53078C-4372-DE97-0359-845349B028DF}"/>
              </a:ext>
            </a:extLst>
          </p:cNvPr>
          <p:cNvSpPr/>
          <p:nvPr/>
        </p:nvSpPr>
        <p:spPr>
          <a:xfrm>
            <a:off x="7" y="6252437"/>
            <a:ext cx="273600" cy="2541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2">
            <a:extLst>
              <a:ext uri="{FF2B5EF4-FFF2-40B4-BE49-F238E27FC236}">
                <a16:creationId xmlns:a16="http://schemas.microsoft.com/office/drawing/2014/main" id="{E0F4D26A-45D1-7D8C-D0FD-D15E9D6EBE89}"/>
              </a:ext>
            </a:extLst>
          </p:cNvPr>
          <p:cNvSpPr/>
          <p:nvPr/>
        </p:nvSpPr>
        <p:spPr>
          <a:xfrm>
            <a:off x="6" y="5815321"/>
            <a:ext cx="273600" cy="2541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>
            <a:extLst>
              <a:ext uri="{FF2B5EF4-FFF2-40B4-BE49-F238E27FC236}">
                <a16:creationId xmlns:a16="http://schemas.microsoft.com/office/drawing/2014/main" id="{BA3572CE-D72A-4718-961C-5138EC8EC5C5}"/>
              </a:ext>
            </a:extLst>
          </p:cNvPr>
          <p:cNvSpPr/>
          <p:nvPr/>
        </p:nvSpPr>
        <p:spPr>
          <a:xfrm>
            <a:off x="2111595" y="492881"/>
            <a:ext cx="1790100" cy="563400"/>
          </a:xfrm>
          <a:prstGeom prst="diamond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has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82;p2">
            <a:extLst>
              <a:ext uri="{FF2B5EF4-FFF2-40B4-BE49-F238E27FC236}">
                <a16:creationId xmlns:a16="http://schemas.microsoft.com/office/drawing/2014/main" id="{22F2E0A0-CF21-7F59-D13D-D6BA8BBF0974}"/>
              </a:ext>
            </a:extLst>
          </p:cNvPr>
          <p:cNvSpPr/>
          <p:nvPr/>
        </p:nvSpPr>
        <p:spPr>
          <a:xfrm>
            <a:off x="1753570" y="1580775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82;p2">
            <a:extLst>
              <a:ext uri="{FF2B5EF4-FFF2-40B4-BE49-F238E27FC236}">
                <a16:creationId xmlns:a16="http://schemas.microsoft.com/office/drawing/2014/main" id="{0DE5FA98-3AED-A2C3-20C6-68644ED225B3}"/>
              </a:ext>
            </a:extLst>
          </p:cNvPr>
          <p:cNvSpPr/>
          <p:nvPr/>
        </p:nvSpPr>
        <p:spPr>
          <a:xfrm>
            <a:off x="8984270" y="407058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82;p2">
            <a:extLst>
              <a:ext uri="{FF2B5EF4-FFF2-40B4-BE49-F238E27FC236}">
                <a16:creationId xmlns:a16="http://schemas.microsoft.com/office/drawing/2014/main" id="{718E6AC5-6671-89FF-FA97-F9C289ED5C56}"/>
              </a:ext>
            </a:extLst>
          </p:cNvPr>
          <p:cNvSpPr/>
          <p:nvPr/>
        </p:nvSpPr>
        <p:spPr>
          <a:xfrm>
            <a:off x="4406177" y="357844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Subscription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82;p2">
            <a:extLst>
              <a:ext uri="{FF2B5EF4-FFF2-40B4-BE49-F238E27FC236}">
                <a16:creationId xmlns:a16="http://schemas.microsoft.com/office/drawing/2014/main" id="{21A58D3A-13C7-DE7A-8586-768DE31FD4DF}"/>
              </a:ext>
            </a:extLst>
          </p:cNvPr>
          <p:cNvSpPr/>
          <p:nvPr/>
        </p:nvSpPr>
        <p:spPr>
          <a:xfrm>
            <a:off x="7654243" y="1623163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Advertiser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82;p2">
            <a:extLst>
              <a:ext uri="{FF2B5EF4-FFF2-40B4-BE49-F238E27FC236}">
                <a16:creationId xmlns:a16="http://schemas.microsoft.com/office/drawing/2014/main" id="{23B0544E-84A0-B98B-E9C7-CE341A159AD2}"/>
              </a:ext>
            </a:extLst>
          </p:cNvPr>
          <p:cNvSpPr/>
          <p:nvPr/>
        </p:nvSpPr>
        <p:spPr>
          <a:xfrm>
            <a:off x="9054343" y="2563332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Campaign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82;p2">
            <a:extLst>
              <a:ext uri="{FF2B5EF4-FFF2-40B4-BE49-F238E27FC236}">
                <a16:creationId xmlns:a16="http://schemas.microsoft.com/office/drawing/2014/main" id="{95F5AD29-CA48-6705-B0D6-4F853164563E}"/>
              </a:ext>
            </a:extLst>
          </p:cNvPr>
          <p:cNvSpPr/>
          <p:nvPr/>
        </p:nvSpPr>
        <p:spPr>
          <a:xfrm>
            <a:off x="10233822" y="3357031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82;p2">
            <a:extLst>
              <a:ext uri="{FF2B5EF4-FFF2-40B4-BE49-F238E27FC236}">
                <a16:creationId xmlns:a16="http://schemas.microsoft.com/office/drawing/2014/main" id="{76E7E9B2-CDFC-FFB8-A01E-3AE3431E3F97}"/>
              </a:ext>
            </a:extLst>
          </p:cNvPr>
          <p:cNvSpPr/>
          <p:nvPr/>
        </p:nvSpPr>
        <p:spPr>
          <a:xfrm>
            <a:off x="2111595" y="3689494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PlaybackSession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82;p2">
            <a:extLst>
              <a:ext uri="{FF2B5EF4-FFF2-40B4-BE49-F238E27FC236}">
                <a16:creationId xmlns:a16="http://schemas.microsoft.com/office/drawing/2014/main" id="{18EF1566-5CB4-FE75-65A6-35D084EF1AF2}"/>
              </a:ext>
            </a:extLst>
          </p:cNvPr>
          <p:cNvSpPr/>
          <p:nvPr/>
        </p:nvSpPr>
        <p:spPr>
          <a:xfrm>
            <a:off x="7091313" y="4687964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AdDelivery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" name="Google Shape;83;p2">
            <a:extLst>
              <a:ext uri="{FF2B5EF4-FFF2-40B4-BE49-F238E27FC236}">
                <a16:creationId xmlns:a16="http://schemas.microsoft.com/office/drawing/2014/main" id="{68F80CFE-A9EE-6085-C153-F356D17B1AF0}"/>
              </a:ext>
            </a:extLst>
          </p:cNvPr>
          <p:cNvGrpSpPr/>
          <p:nvPr/>
        </p:nvGrpSpPr>
        <p:grpSpPr>
          <a:xfrm>
            <a:off x="5057327" y="2105759"/>
            <a:ext cx="1497900" cy="586200"/>
            <a:chOff x="-2693116" y="2284388"/>
            <a:chExt cx="1497900" cy="586200"/>
          </a:xfrm>
        </p:grpSpPr>
        <p:sp>
          <p:nvSpPr>
            <p:cNvPr id="22" name="Google Shape;84;p2">
              <a:extLst>
                <a:ext uri="{FF2B5EF4-FFF2-40B4-BE49-F238E27FC236}">
                  <a16:creationId xmlns:a16="http://schemas.microsoft.com/office/drawing/2014/main" id="{5F726F17-54A5-F875-3A8F-16253EBAEFE4}"/>
                </a:ext>
              </a:extLst>
            </p:cNvPr>
            <p:cNvSpPr/>
            <p:nvPr/>
          </p:nvSpPr>
          <p:spPr>
            <a:xfrm>
              <a:off x="-2693116" y="2284388"/>
              <a:ext cx="1497900" cy="5862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85;p2">
              <a:extLst>
                <a:ext uri="{FF2B5EF4-FFF2-40B4-BE49-F238E27FC236}">
                  <a16:creationId xmlns:a16="http://schemas.microsoft.com/office/drawing/2014/main" id="{DACE1C19-D2EA-9B18-DBC6-E7687FAF9DB1}"/>
                </a:ext>
              </a:extLst>
            </p:cNvPr>
            <p:cNvSpPr/>
            <p:nvPr/>
          </p:nvSpPr>
          <p:spPr>
            <a:xfrm>
              <a:off x="-2634718" y="2337521"/>
              <a:ext cx="1400100" cy="4680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BillingTransaction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" name="Google Shape;83;p2">
            <a:extLst>
              <a:ext uri="{FF2B5EF4-FFF2-40B4-BE49-F238E27FC236}">
                <a16:creationId xmlns:a16="http://schemas.microsoft.com/office/drawing/2014/main" id="{FE8A9790-356D-A59F-1C35-635FDBFC7014}"/>
              </a:ext>
            </a:extLst>
          </p:cNvPr>
          <p:cNvGrpSpPr/>
          <p:nvPr/>
        </p:nvGrpSpPr>
        <p:grpSpPr>
          <a:xfrm>
            <a:off x="922862" y="5483221"/>
            <a:ext cx="1497900" cy="586200"/>
            <a:chOff x="-2693116" y="2284388"/>
            <a:chExt cx="1497900" cy="586200"/>
          </a:xfrm>
        </p:grpSpPr>
        <p:sp>
          <p:nvSpPr>
            <p:cNvPr id="25" name="Google Shape;84;p2">
              <a:extLst>
                <a:ext uri="{FF2B5EF4-FFF2-40B4-BE49-F238E27FC236}">
                  <a16:creationId xmlns:a16="http://schemas.microsoft.com/office/drawing/2014/main" id="{2EF87D03-A0FD-6182-6CDF-5AA114CB725C}"/>
                </a:ext>
              </a:extLst>
            </p:cNvPr>
            <p:cNvSpPr/>
            <p:nvPr/>
          </p:nvSpPr>
          <p:spPr>
            <a:xfrm>
              <a:off x="-2693116" y="2284388"/>
              <a:ext cx="1497900" cy="5862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85;p2">
              <a:extLst>
                <a:ext uri="{FF2B5EF4-FFF2-40B4-BE49-F238E27FC236}">
                  <a16:creationId xmlns:a16="http://schemas.microsoft.com/office/drawing/2014/main" id="{0BA6165F-ED2D-DE29-467C-24FFC7BD9B9E}"/>
                </a:ext>
              </a:extLst>
            </p:cNvPr>
            <p:cNvSpPr/>
            <p:nvPr/>
          </p:nvSpPr>
          <p:spPr>
            <a:xfrm>
              <a:off x="-2634718" y="2337521"/>
              <a:ext cx="1400100" cy="4680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AdSlot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7" name="Google Shape;83;p2">
            <a:extLst>
              <a:ext uri="{FF2B5EF4-FFF2-40B4-BE49-F238E27FC236}">
                <a16:creationId xmlns:a16="http://schemas.microsoft.com/office/drawing/2014/main" id="{1B3DB530-07F3-E225-6509-86BAC44D638C}"/>
              </a:ext>
            </a:extLst>
          </p:cNvPr>
          <p:cNvGrpSpPr/>
          <p:nvPr/>
        </p:nvGrpSpPr>
        <p:grpSpPr>
          <a:xfrm>
            <a:off x="7155340" y="5927668"/>
            <a:ext cx="1497900" cy="586200"/>
            <a:chOff x="-2693116" y="2284388"/>
            <a:chExt cx="1497900" cy="586200"/>
          </a:xfrm>
        </p:grpSpPr>
        <p:sp>
          <p:nvSpPr>
            <p:cNvPr id="28" name="Google Shape;84;p2">
              <a:extLst>
                <a:ext uri="{FF2B5EF4-FFF2-40B4-BE49-F238E27FC236}">
                  <a16:creationId xmlns:a16="http://schemas.microsoft.com/office/drawing/2014/main" id="{11DCE07D-D32C-4CFB-A5EC-84975F59813A}"/>
                </a:ext>
              </a:extLst>
            </p:cNvPr>
            <p:cNvSpPr/>
            <p:nvPr/>
          </p:nvSpPr>
          <p:spPr>
            <a:xfrm>
              <a:off x="-2693116" y="2284388"/>
              <a:ext cx="1497900" cy="5862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85;p2">
              <a:extLst>
                <a:ext uri="{FF2B5EF4-FFF2-40B4-BE49-F238E27FC236}">
                  <a16:creationId xmlns:a16="http://schemas.microsoft.com/office/drawing/2014/main" id="{7BB81B49-C816-6792-448E-B07E6BD350D3}"/>
                </a:ext>
              </a:extLst>
            </p:cNvPr>
            <p:cNvSpPr/>
            <p:nvPr/>
          </p:nvSpPr>
          <p:spPr>
            <a:xfrm>
              <a:off x="-2634718" y="2337521"/>
              <a:ext cx="1400100" cy="4680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 dirty="0" err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AdInteraction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31" name="Google Shape;86;p2">
            <a:extLst>
              <a:ext uri="{FF2B5EF4-FFF2-40B4-BE49-F238E27FC236}">
                <a16:creationId xmlns:a16="http://schemas.microsoft.com/office/drawing/2014/main" id="{B9188945-E1E1-5C11-3C83-113437F8F34A}"/>
              </a:ext>
            </a:extLst>
          </p:cNvPr>
          <p:cNvCxnSpPr>
            <a:cxnSpLocks/>
            <a:stCxn id="2" idx="0"/>
            <a:endCxn id="103" idx="1"/>
          </p:cNvCxnSpPr>
          <p:nvPr/>
        </p:nvCxnSpPr>
        <p:spPr>
          <a:xfrm flipH="1" flipV="1">
            <a:off x="2111595" y="774581"/>
            <a:ext cx="342025" cy="80619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40" name="Google Shape;103;p2">
            <a:extLst>
              <a:ext uri="{FF2B5EF4-FFF2-40B4-BE49-F238E27FC236}">
                <a16:creationId xmlns:a16="http://schemas.microsoft.com/office/drawing/2014/main" id="{F3B53577-B315-B9CA-55BA-9B42B146079E}"/>
              </a:ext>
            </a:extLst>
          </p:cNvPr>
          <p:cNvSpPr/>
          <p:nvPr/>
        </p:nvSpPr>
        <p:spPr>
          <a:xfrm>
            <a:off x="6564193" y="342701"/>
            <a:ext cx="1790100" cy="563400"/>
          </a:xfrm>
          <a:prstGeom prst="diamond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selects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" name="Google Shape;86;p2">
            <a:extLst>
              <a:ext uri="{FF2B5EF4-FFF2-40B4-BE49-F238E27FC236}">
                <a16:creationId xmlns:a16="http://schemas.microsoft.com/office/drawing/2014/main" id="{A6DC693A-BBA0-E388-9EE6-F6A290357008}"/>
              </a:ext>
            </a:extLst>
          </p:cNvPr>
          <p:cNvCxnSpPr>
            <a:cxnSpLocks/>
            <a:stCxn id="40" idx="3"/>
            <a:endCxn id="11" idx="1"/>
          </p:cNvCxnSpPr>
          <p:nvPr/>
        </p:nvCxnSpPr>
        <p:spPr>
          <a:xfrm>
            <a:off x="8354293" y="624401"/>
            <a:ext cx="629977" cy="1665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48" name="Google Shape;103;p2">
            <a:extLst>
              <a:ext uri="{FF2B5EF4-FFF2-40B4-BE49-F238E27FC236}">
                <a16:creationId xmlns:a16="http://schemas.microsoft.com/office/drawing/2014/main" id="{DA028A3B-4566-EC89-216B-558AF2F77B6D}"/>
              </a:ext>
            </a:extLst>
          </p:cNvPr>
          <p:cNvSpPr/>
          <p:nvPr/>
        </p:nvSpPr>
        <p:spPr>
          <a:xfrm>
            <a:off x="9489320" y="1671415"/>
            <a:ext cx="1790100" cy="563400"/>
          </a:xfrm>
          <a:prstGeom prst="diamond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" name="Google Shape;86;p2">
            <a:extLst>
              <a:ext uri="{FF2B5EF4-FFF2-40B4-BE49-F238E27FC236}">
                <a16:creationId xmlns:a16="http://schemas.microsoft.com/office/drawing/2014/main" id="{D5FA1AAF-2B10-6738-3E98-D26E9BC5F1B5}"/>
              </a:ext>
            </a:extLst>
          </p:cNvPr>
          <p:cNvCxnSpPr>
            <a:cxnSpLocks/>
            <a:stCxn id="131" idx="0"/>
            <a:endCxn id="12" idx="2"/>
          </p:cNvCxnSpPr>
          <p:nvPr/>
        </p:nvCxnSpPr>
        <p:spPr>
          <a:xfrm flipH="1" flipV="1">
            <a:off x="5106227" y="825844"/>
            <a:ext cx="1664582" cy="29913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55" name="Google Shape;103;p2">
            <a:extLst>
              <a:ext uri="{FF2B5EF4-FFF2-40B4-BE49-F238E27FC236}">
                <a16:creationId xmlns:a16="http://schemas.microsoft.com/office/drawing/2014/main" id="{6E69BCF8-C0F4-3594-92A3-9AC24A340782}"/>
              </a:ext>
            </a:extLst>
          </p:cNvPr>
          <p:cNvSpPr/>
          <p:nvPr/>
        </p:nvSpPr>
        <p:spPr>
          <a:xfrm>
            <a:off x="1753570" y="2626892"/>
            <a:ext cx="1790100" cy="563400"/>
          </a:xfrm>
          <a:prstGeom prst="diamond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6" name="Google Shape;86;p2">
            <a:extLst>
              <a:ext uri="{FF2B5EF4-FFF2-40B4-BE49-F238E27FC236}">
                <a16:creationId xmlns:a16="http://schemas.microsoft.com/office/drawing/2014/main" id="{08488B73-C879-D25B-F553-A4BF45D2EBB5}"/>
              </a:ext>
            </a:extLst>
          </p:cNvPr>
          <p:cNvCxnSpPr>
            <a:cxnSpLocks/>
            <a:stCxn id="48" idx="1"/>
            <a:endCxn id="14" idx="3"/>
          </p:cNvCxnSpPr>
          <p:nvPr/>
        </p:nvCxnSpPr>
        <p:spPr>
          <a:xfrm flipH="1" flipV="1">
            <a:off x="9054343" y="1857163"/>
            <a:ext cx="434977" cy="9595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62" name="Google Shape;103;p2">
            <a:extLst>
              <a:ext uri="{FF2B5EF4-FFF2-40B4-BE49-F238E27FC236}">
                <a16:creationId xmlns:a16="http://schemas.microsoft.com/office/drawing/2014/main" id="{587BD02A-55BE-A2AC-056C-0EB4D4E3F399}"/>
              </a:ext>
            </a:extLst>
          </p:cNvPr>
          <p:cNvSpPr/>
          <p:nvPr/>
        </p:nvSpPr>
        <p:spPr>
          <a:xfrm>
            <a:off x="8089220" y="3234773"/>
            <a:ext cx="1790100" cy="563400"/>
          </a:xfrm>
          <a:prstGeom prst="diamond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contains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103;p2">
            <a:extLst>
              <a:ext uri="{FF2B5EF4-FFF2-40B4-BE49-F238E27FC236}">
                <a16:creationId xmlns:a16="http://schemas.microsoft.com/office/drawing/2014/main" id="{09F05EC2-8774-139C-195D-3EDEB38E6690}"/>
              </a:ext>
            </a:extLst>
          </p:cNvPr>
          <p:cNvSpPr/>
          <p:nvPr/>
        </p:nvSpPr>
        <p:spPr>
          <a:xfrm>
            <a:off x="3901695" y="5660671"/>
            <a:ext cx="1790100" cy="563400"/>
          </a:xfrm>
          <a:prstGeom prst="diamond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esults_in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" name="Google Shape;86;p2">
            <a:extLst>
              <a:ext uri="{FF2B5EF4-FFF2-40B4-BE49-F238E27FC236}">
                <a16:creationId xmlns:a16="http://schemas.microsoft.com/office/drawing/2014/main" id="{AEAF032C-474E-3935-8489-FBB4C617022E}"/>
              </a:ext>
            </a:extLst>
          </p:cNvPr>
          <p:cNvCxnSpPr>
            <a:cxnSpLocks/>
            <a:stCxn id="55" idx="0"/>
            <a:endCxn id="2" idx="2"/>
          </p:cNvCxnSpPr>
          <p:nvPr/>
        </p:nvCxnSpPr>
        <p:spPr>
          <a:xfrm flipH="1" flipV="1">
            <a:off x="2453620" y="2048775"/>
            <a:ext cx="195000" cy="57811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77" name="Google Shape;86;p2">
            <a:extLst>
              <a:ext uri="{FF2B5EF4-FFF2-40B4-BE49-F238E27FC236}">
                <a16:creationId xmlns:a16="http://schemas.microsoft.com/office/drawing/2014/main" id="{B1EEDDFE-7DD5-52BD-E65E-823AB8F467A9}"/>
              </a:ext>
            </a:extLst>
          </p:cNvPr>
          <p:cNvCxnSpPr>
            <a:cxnSpLocks/>
            <a:stCxn id="17" idx="2"/>
            <a:endCxn id="136" idx="0"/>
          </p:cNvCxnSpPr>
          <p:nvPr/>
        </p:nvCxnSpPr>
        <p:spPr>
          <a:xfrm flipH="1">
            <a:off x="1427831" y="4157494"/>
            <a:ext cx="1383814" cy="36566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80" name="Google Shape;86;p2">
            <a:extLst>
              <a:ext uri="{FF2B5EF4-FFF2-40B4-BE49-F238E27FC236}">
                <a16:creationId xmlns:a16="http://schemas.microsoft.com/office/drawing/2014/main" id="{0A258B13-CC37-87DA-E114-1A3C9238657D}"/>
              </a:ext>
            </a:extLst>
          </p:cNvPr>
          <p:cNvCxnSpPr>
            <a:cxnSpLocks/>
            <a:stCxn id="136" idx="2"/>
            <a:endCxn id="25" idx="0"/>
          </p:cNvCxnSpPr>
          <p:nvPr/>
        </p:nvCxnSpPr>
        <p:spPr>
          <a:xfrm>
            <a:off x="1427831" y="5124822"/>
            <a:ext cx="243981" cy="358399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07" name="Google Shape;86;p2">
            <a:extLst>
              <a:ext uri="{FF2B5EF4-FFF2-40B4-BE49-F238E27FC236}">
                <a16:creationId xmlns:a16="http://schemas.microsoft.com/office/drawing/2014/main" id="{3C5B63D6-E630-FADB-1097-462AEE3BBC4C}"/>
              </a:ext>
            </a:extLst>
          </p:cNvPr>
          <p:cNvCxnSpPr>
            <a:cxnSpLocks/>
            <a:stCxn id="25" idx="3"/>
            <a:endCxn id="69" idx="1"/>
          </p:cNvCxnSpPr>
          <p:nvPr/>
        </p:nvCxnSpPr>
        <p:spPr>
          <a:xfrm>
            <a:off x="2420762" y="5776321"/>
            <a:ext cx="1480933" cy="16605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11" name="Google Shape;86;p2">
            <a:extLst>
              <a:ext uri="{FF2B5EF4-FFF2-40B4-BE49-F238E27FC236}">
                <a16:creationId xmlns:a16="http://schemas.microsoft.com/office/drawing/2014/main" id="{FB3B5C17-C2D1-7789-BB0C-6C6F51927503}"/>
              </a:ext>
            </a:extLst>
          </p:cNvPr>
          <p:cNvCxnSpPr>
            <a:cxnSpLocks/>
            <a:stCxn id="69" idx="3"/>
            <a:endCxn id="19" idx="1"/>
          </p:cNvCxnSpPr>
          <p:nvPr/>
        </p:nvCxnSpPr>
        <p:spPr>
          <a:xfrm flipV="1">
            <a:off x="5691795" y="4921964"/>
            <a:ext cx="1399518" cy="102040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15" name="Google Shape;86;p2">
            <a:extLst>
              <a:ext uri="{FF2B5EF4-FFF2-40B4-BE49-F238E27FC236}">
                <a16:creationId xmlns:a16="http://schemas.microsoft.com/office/drawing/2014/main" id="{AF0872B8-22D8-998B-68E2-AAFEA986E6A4}"/>
              </a:ext>
            </a:extLst>
          </p:cNvPr>
          <p:cNvCxnSpPr>
            <a:cxnSpLocks/>
            <a:stCxn id="19" idx="3"/>
            <a:endCxn id="141" idx="0"/>
          </p:cNvCxnSpPr>
          <p:nvPr/>
        </p:nvCxnSpPr>
        <p:spPr>
          <a:xfrm>
            <a:off x="8491413" y="4921964"/>
            <a:ext cx="674134" cy="29626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21" name="Google Shape;103;p2">
            <a:extLst>
              <a:ext uri="{FF2B5EF4-FFF2-40B4-BE49-F238E27FC236}">
                <a16:creationId xmlns:a16="http://schemas.microsoft.com/office/drawing/2014/main" id="{FBEE236F-FC41-77FC-8EA5-6A24FF66EF8D}"/>
              </a:ext>
            </a:extLst>
          </p:cNvPr>
          <p:cNvSpPr/>
          <p:nvPr/>
        </p:nvSpPr>
        <p:spPr>
          <a:xfrm>
            <a:off x="8859343" y="4096683"/>
            <a:ext cx="1790100" cy="563400"/>
          </a:xfrm>
          <a:prstGeom prst="diamond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serves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" name="Google Shape;86;p2">
            <a:extLst>
              <a:ext uri="{FF2B5EF4-FFF2-40B4-BE49-F238E27FC236}">
                <a16:creationId xmlns:a16="http://schemas.microsoft.com/office/drawing/2014/main" id="{1C8EF85D-333C-FAFF-6380-BA6B62FD1E15}"/>
              </a:ext>
            </a:extLst>
          </p:cNvPr>
          <p:cNvCxnSpPr>
            <a:cxnSpLocks/>
            <a:stCxn id="121" idx="3"/>
            <a:endCxn id="16" idx="2"/>
          </p:cNvCxnSpPr>
          <p:nvPr/>
        </p:nvCxnSpPr>
        <p:spPr>
          <a:xfrm flipV="1">
            <a:off x="10649443" y="3825031"/>
            <a:ext cx="284429" cy="55335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grpSp>
        <p:nvGrpSpPr>
          <p:cNvPr id="130" name="Google Shape;99;p2">
            <a:extLst>
              <a:ext uri="{FF2B5EF4-FFF2-40B4-BE49-F238E27FC236}">
                <a16:creationId xmlns:a16="http://schemas.microsoft.com/office/drawing/2014/main" id="{ACCF83F2-FB8E-06FB-94C5-E15DA614F5DB}"/>
              </a:ext>
            </a:extLst>
          </p:cNvPr>
          <p:cNvGrpSpPr/>
          <p:nvPr/>
        </p:nvGrpSpPr>
        <p:grpSpPr>
          <a:xfrm>
            <a:off x="5885894" y="1124977"/>
            <a:ext cx="1769830" cy="601664"/>
            <a:chOff x="259630" y="3076443"/>
            <a:chExt cx="2013000" cy="840900"/>
          </a:xfrm>
        </p:grpSpPr>
        <p:sp>
          <p:nvSpPr>
            <p:cNvPr id="131" name="Google Shape;100;p2">
              <a:extLst>
                <a:ext uri="{FF2B5EF4-FFF2-40B4-BE49-F238E27FC236}">
                  <a16:creationId xmlns:a16="http://schemas.microsoft.com/office/drawing/2014/main" id="{59EC2AF9-4C8F-1C23-283F-73EFCC1AF290}"/>
                </a:ext>
              </a:extLst>
            </p:cNvPr>
            <p:cNvSpPr/>
            <p:nvPr/>
          </p:nvSpPr>
          <p:spPr>
            <a:xfrm>
              <a:off x="259630" y="3076443"/>
              <a:ext cx="2013000" cy="840900"/>
            </a:xfrm>
            <a:prstGeom prst="diamond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2" name="Google Shape;101;p2">
              <a:extLst>
                <a:ext uri="{FF2B5EF4-FFF2-40B4-BE49-F238E27FC236}">
                  <a16:creationId xmlns:a16="http://schemas.microsoft.com/office/drawing/2014/main" id="{A578062A-8225-3004-037A-4A0D2519F910}"/>
                </a:ext>
              </a:extLst>
            </p:cNvPr>
            <p:cNvSpPr/>
            <p:nvPr/>
          </p:nvSpPr>
          <p:spPr>
            <a:xfrm>
              <a:off x="370759" y="3128723"/>
              <a:ext cx="1790100" cy="735900"/>
            </a:xfrm>
            <a:prstGeom prst="diamond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records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5" name="Google Shape;99;p2">
            <a:extLst>
              <a:ext uri="{FF2B5EF4-FFF2-40B4-BE49-F238E27FC236}">
                <a16:creationId xmlns:a16="http://schemas.microsoft.com/office/drawing/2014/main" id="{F129AF58-29B2-879C-8472-7325DF232904}"/>
              </a:ext>
            </a:extLst>
          </p:cNvPr>
          <p:cNvGrpSpPr/>
          <p:nvPr/>
        </p:nvGrpSpPr>
        <p:grpSpPr>
          <a:xfrm>
            <a:off x="542916" y="4523158"/>
            <a:ext cx="1769830" cy="601664"/>
            <a:chOff x="259630" y="3076443"/>
            <a:chExt cx="2013000" cy="840900"/>
          </a:xfrm>
        </p:grpSpPr>
        <p:sp>
          <p:nvSpPr>
            <p:cNvPr id="136" name="Google Shape;100;p2">
              <a:extLst>
                <a:ext uri="{FF2B5EF4-FFF2-40B4-BE49-F238E27FC236}">
                  <a16:creationId xmlns:a16="http://schemas.microsoft.com/office/drawing/2014/main" id="{FAE249F5-5EC5-ACD2-D36B-997574CA7777}"/>
                </a:ext>
              </a:extLst>
            </p:cNvPr>
            <p:cNvSpPr/>
            <p:nvPr/>
          </p:nvSpPr>
          <p:spPr>
            <a:xfrm>
              <a:off x="259630" y="3076443"/>
              <a:ext cx="2013000" cy="840900"/>
            </a:xfrm>
            <a:prstGeom prst="diamond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01;p2">
              <a:extLst>
                <a:ext uri="{FF2B5EF4-FFF2-40B4-BE49-F238E27FC236}">
                  <a16:creationId xmlns:a16="http://schemas.microsoft.com/office/drawing/2014/main" id="{67660125-E5DF-C7F4-9B61-2F79A5220C60}"/>
                </a:ext>
              </a:extLst>
            </p:cNvPr>
            <p:cNvSpPr/>
            <p:nvPr/>
          </p:nvSpPr>
          <p:spPr>
            <a:xfrm>
              <a:off x="370759" y="3128723"/>
              <a:ext cx="1790100" cy="735900"/>
            </a:xfrm>
            <a:prstGeom prst="diamond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creates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0" name="Google Shape;99;p2">
            <a:extLst>
              <a:ext uri="{FF2B5EF4-FFF2-40B4-BE49-F238E27FC236}">
                <a16:creationId xmlns:a16="http://schemas.microsoft.com/office/drawing/2014/main" id="{1A4C258D-942B-830C-9C1B-B8A73F6B4FD1}"/>
              </a:ext>
            </a:extLst>
          </p:cNvPr>
          <p:cNvGrpSpPr/>
          <p:nvPr/>
        </p:nvGrpSpPr>
        <p:grpSpPr>
          <a:xfrm>
            <a:off x="8280632" y="5218227"/>
            <a:ext cx="1769830" cy="601664"/>
            <a:chOff x="259630" y="3076443"/>
            <a:chExt cx="2013000" cy="840900"/>
          </a:xfrm>
        </p:grpSpPr>
        <p:sp>
          <p:nvSpPr>
            <p:cNvPr id="141" name="Google Shape;100;p2">
              <a:extLst>
                <a:ext uri="{FF2B5EF4-FFF2-40B4-BE49-F238E27FC236}">
                  <a16:creationId xmlns:a16="http://schemas.microsoft.com/office/drawing/2014/main" id="{5915713D-363C-C39B-33E3-0E5AAC59BB70}"/>
                </a:ext>
              </a:extLst>
            </p:cNvPr>
            <p:cNvSpPr/>
            <p:nvPr/>
          </p:nvSpPr>
          <p:spPr>
            <a:xfrm>
              <a:off x="259630" y="3076443"/>
              <a:ext cx="2013000" cy="840900"/>
            </a:xfrm>
            <a:prstGeom prst="diamond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01;p2">
              <a:extLst>
                <a:ext uri="{FF2B5EF4-FFF2-40B4-BE49-F238E27FC236}">
                  <a16:creationId xmlns:a16="http://schemas.microsoft.com/office/drawing/2014/main" id="{97CAD82A-DD04-CAFF-EAB5-24694BD2F59E}"/>
                </a:ext>
              </a:extLst>
            </p:cNvPr>
            <p:cNvSpPr/>
            <p:nvPr/>
          </p:nvSpPr>
          <p:spPr>
            <a:xfrm>
              <a:off x="370759" y="3128723"/>
              <a:ext cx="1790100" cy="735900"/>
            </a:xfrm>
            <a:prstGeom prst="diamond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 dirty="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logs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45" name="Google Shape;89;p2">
            <a:extLst>
              <a:ext uri="{FF2B5EF4-FFF2-40B4-BE49-F238E27FC236}">
                <a16:creationId xmlns:a16="http://schemas.microsoft.com/office/drawing/2014/main" id="{06369C46-5FEF-7FF8-A016-DFD5D5155045}"/>
              </a:ext>
            </a:extLst>
          </p:cNvPr>
          <p:cNvCxnSpPr>
            <a:cxnSpLocks/>
            <a:stCxn id="12" idx="1"/>
            <a:endCxn id="103" idx="3"/>
          </p:cNvCxnSpPr>
          <p:nvPr/>
        </p:nvCxnSpPr>
        <p:spPr>
          <a:xfrm flipH="1">
            <a:off x="3901695" y="591844"/>
            <a:ext cx="504482" cy="182737"/>
          </a:xfrm>
          <a:prstGeom prst="straightConnector1">
            <a:avLst/>
          </a:prstGeom>
          <a:noFill/>
          <a:ln w="50800" cap="flat" cmpd="dbl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48" name="Google Shape;102;p2">
            <a:extLst>
              <a:ext uri="{FF2B5EF4-FFF2-40B4-BE49-F238E27FC236}">
                <a16:creationId xmlns:a16="http://schemas.microsoft.com/office/drawing/2014/main" id="{F4837318-A865-2302-D597-02C4DC8417FE}"/>
              </a:ext>
            </a:extLst>
          </p:cNvPr>
          <p:cNvSpPr txBox="1"/>
          <p:nvPr/>
        </p:nvSpPr>
        <p:spPr>
          <a:xfrm>
            <a:off x="2444350" y="1380689"/>
            <a:ext cx="25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98;p2">
            <a:extLst>
              <a:ext uri="{FF2B5EF4-FFF2-40B4-BE49-F238E27FC236}">
                <a16:creationId xmlns:a16="http://schemas.microsoft.com/office/drawing/2014/main" id="{69469AF1-1E41-9EDE-1564-507D7AA7BF2E}"/>
              </a:ext>
            </a:extLst>
          </p:cNvPr>
          <p:cNvSpPr txBox="1"/>
          <p:nvPr/>
        </p:nvSpPr>
        <p:spPr>
          <a:xfrm>
            <a:off x="4153936" y="655569"/>
            <a:ext cx="293700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Arial"/>
                <a:cs typeface="Calibri"/>
                <a:sym typeface="Calibri"/>
              </a:rPr>
              <a:t>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02;p2">
            <a:extLst>
              <a:ext uri="{FF2B5EF4-FFF2-40B4-BE49-F238E27FC236}">
                <a16:creationId xmlns:a16="http://schemas.microsoft.com/office/drawing/2014/main" id="{93672709-E6B8-94BD-5DE5-EAC5AAEBCF75}"/>
              </a:ext>
            </a:extLst>
          </p:cNvPr>
          <p:cNvSpPr txBox="1"/>
          <p:nvPr/>
        </p:nvSpPr>
        <p:spPr>
          <a:xfrm>
            <a:off x="8719165" y="345544"/>
            <a:ext cx="25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98;p2">
            <a:extLst>
              <a:ext uri="{FF2B5EF4-FFF2-40B4-BE49-F238E27FC236}">
                <a16:creationId xmlns:a16="http://schemas.microsoft.com/office/drawing/2014/main" id="{646FDA83-77D5-AA34-5941-F229746E2871}"/>
              </a:ext>
            </a:extLst>
          </p:cNvPr>
          <p:cNvSpPr txBox="1"/>
          <p:nvPr/>
        </p:nvSpPr>
        <p:spPr>
          <a:xfrm>
            <a:off x="5756103" y="318835"/>
            <a:ext cx="293700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98;p2">
            <a:extLst>
              <a:ext uri="{FF2B5EF4-FFF2-40B4-BE49-F238E27FC236}">
                <a16:creationId xmlns:a16="http://schemas.microsoft.com/office/drawing/2014/main" id="{719E7A3D-4A79-4ADB-E801-A8FC0BDC059D}"/>
              </a:ext>
            </a:extLst>
          </p:cNvPr>
          <p:cNvSpPr txBox="1"/>
          <p:nvPr/>
        </p:nvSpPr>
        <p:spPr>
          <a:xfrm>
            <a:off x="4935860" y="818088"/>
            <a:ext cx="293700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98;p2">
            <a:extLst>
              <a:ext uri="{FF2B5EF4-FFF2-40B4-BE49-F238E27FC236}">
                <a16:creationId xmlns:a16="http://schemas.microsoft.com/office/drawing/2014/main" id="{72C6A0E7-DBD7-C179-F027-20A46560FB77}"/>
              </a:ext>
            </a:extLst>
          </p:cNvPr>
          <p:cNvSpPr txBox="1"/>
          <p:nvPr/>
        </p:nvSpPr>
        <p:spPr>
          <a:xfrm>
            <a:off x="5581735" y="1893506"/>
            <a:ext cx="293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8" name="Google Shape;89;p2">
            <a:extLst>
              <a:ext uri="{FF2B5EF4-FFF2-40B4-BE49-F238E27FC236}">
                <a16:creationId xmlns:a16="http://schemas.microsoft.com/office/drawing/2014/main" id="{A2FC2C42-FC3E-C565-ED63-1651ABA9F5B0}"/>
              </a:ext>
            </a:extLst>
          </p:cNvPr>
          <p:cNvCxnSpPr>
            <a:cxnSpLocks/>
            <a:stCxn id="48" idx="2"/>
            <a:endCxn id="15" idx="0"/>
          </p:cNvCxnSpPr>
          <p:nvPr/>
        </p:nvCxnSpPr>
        <p:spPr>
          <a:xfrm flipH="1">
            <a:off x="9754393" y="2234815"/>
            <a:ext cx="629977" cy="328517"/>
          </a:xfrm>
          <a:prstGeom prst="straightConnector1">
            <a:avLst/>
          </a:prstGeom>
          <a:noFill/>
          <a:ln w="50800" cap="flat" cmpd="dbl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61" name="Google Shape;89;p2">
            <a:extLst>
              <a:ext uri="{FF2B5EF4-FFF2-40B4-BE49-F238E27FC236}">
                <a16:creationId xmlns:a16="http://schemas.microsoft.com/office/drawing/2014/main" id="{88FF8D07-3934-1CE1-EA1A-4E7A713EA0DA}"/>
              </a:ext>
            </a:extLst>
          </p:cNvPr>
          <p:cNvCxnSpPr>
            <a:cxnSpLocks/>
            <a:stCxn id="62" idx="0"/>
            <a:endCxn id="15" idx="2"/>
          </p:cNvCxnSpPr>
          <p:nvPr/>
        </p:nvCxnSpPr>
        <p:spPr>
          <a:xfrm flipV="1">
            <a:off x="8984270" y="3031332"/>
            <a:ext cx="770123" cy="203441"/>
          </a:xfrm>
          <a:prstGeom prst="straightConnector1">
            <a:avLst/>
          </a:prstGeom>
          <a:noFill/>
          <a:ln w="50800" cap="flat" cmpd="dbl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64" name="Google Shape;89;p2">
            <a:extLst>
              <a:ext uri="{FF2B5EF4-FFF2-40B4-BE49-F238E27FC236}">
                <a16:creationId xmlns:a16="http://schemas.microsoft.com/office/drawing/2014/main" id="{7F34F193-93A1-5977-B209-556DD3743EBF}"/>
              </a:ext>
            </a:extLst>
          </p:cNvPr>
          <p:cNvCxnSpPr>
            <a:cxnSpLocks/>
            <a:stCxn id="62" idx="3"/>
            <a:endCxn id="16" idx="1"/>
          </p:cNvCxnSpPr>
          <p:nvPr/>
        </p:nvCxnSpPr>
        <p:spPr>
          <a:xfrm>
            <a:off x="9879320" y="3516473"/>
            <a:ext cx="354502" cy="74558"/>
          </a:xfrm>
          <a:prstGeom prst="straightConnector1">
            <a:avLst/>
          </a:prstGeom>
          <a:noFill/>
          <a:ln w="50800" cap="flat" cmpd="dbl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67" name="Google Shape;98;p2">
            <a:extLst>
              <a:ext uri="{FF2B5EF4-FFF2-40B4-BE49-F238E27FC236}">
                <a16:creationId xmlns:a16="http://schemas.microsoft.com/office/drawing/2014/main" id="{3CC1BCE9-3BAA-FDA5-7FF7-E76491BE9AE3}"/>
              </a:ext>
            </a:extLst>
          </p:cNvPr>
          <p:cNvSpPr txBox="1"/>
          <p:nvPr/>
        </p:nvSpPr>
        <p:spPr>
          <a:xfrm>
            <a:off x="9482049" y="2345863"/>
            <a:ext cx="293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02;p2">
            <a:extLst>
              <a:ext uri="{FF2B5EF4-FFF2-40B4-BE49-F238E27FC236}">
                <a16:creationId xmlns:a16="http://schemas.microsoft.com/office/drawing/2014/main" id="{E573DF31-6263-BDBF-3719-047AE9B33439}"/>
              </a:ext>
            </a:extLst>
          </p:cNvPr>
          <p:cNvSpPr txBox="1"/>
          <p:nvPr/>
        </p:nvSpPr>
        <p:spPr>
          <a:xfrm>
            <a:off x="8995622" y="1569755"/>
            <a:ext cx="25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02;p2">
            <a:extLst>
              <a:ext uri="{FF2B5EF4-FFF2-40B4-BE49-F238E27FC236}">
                <a16:creationId xmlns:a16="http://schemas.microsoft.com/office/drawing/2014/main" id="{727E6C2A-7B16-BEE2-7E2D-AD2C0A1CFDED}"/>
              </a:ext>
            </a:extLst>
          </p:cNvPr>
          <p:cNvSpPr txBox="1"/>
          <p:nvPr/>
        </p:nvSpPr>
        <p:spPr>
          <a:xfrm>
            <a:off x="9691607" y="2968894"/>
            <a:ext cx="25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98;p2">
            <a:extLst>
              <a:ext uri="{FF2B5EF4-FFF2-40B4-BE49-F238E27FC236}">
                <a16:creationId xmlns:a16="http://schemas.microsoft.com/office/drawing/2014/main" id="{3074BA4E-02A5-BB85-F99B-9E78DD625730}"/>
              </a:ext>
            </a:extLst>
          </p:cNvPr>
          <p:cNvSpPr txBox="1"/>
          <p:nvPr/>
        </p:nvSpPr>
        <p:spPr>
          <a:xfrm>
            <a:off x="9952193" y="3312799"/>
            <a:ext cx="293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02;p2">
            <a:extLst>
              <a:ext uri="{FF2B5EF4-FFF2-40B4-BE49-F238E27FC236}">
                <a16:creationId xmlns:a16="http://schemas.microsoft.com/office/drawing/2014/main" id="{5D21F211-2B61-1DD0-0190-20FEEC4640C0}"/>
              </a:ext>
            </a:extLst>
          </p:cNvPr>
          <p:cNvSpPr txBox="1"/>
          <p:nvPr/>
        </p:nvSpPr>
        <p:spPr>
          <a:xfrm>
            <a:off x="2499959" y="2093679"/>
            <a:ext cx="25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98;p2">
            <a:extLst>
              <a:ext uri="{FF2B5EF4-FFF2-40B4-BE49-F238E27FC236}">
                <a16:creationId xmlns:a16="http://schemas.microsoft.com/office/drawing/2014/main" id="{CDA55D2D-3E44-9D5A-69FB-F7562D0F82E0}"/>
              </a:ext>
            </a:extLst>
          </p:cNvPr>
          <p:cNvSpPr txBox="1"/>
          <p:nvPr/>
        </p:nvSpPr>
        <p:spPr>
          <a:xfrm>
            <a:off x="2753948" y="3502876"/>
            <a:ext cx="293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3" name="Google Shape;89;p2">
            <a:extLst>
              <a:ext uri="{FF2B5EF4-FFF2-40B4-BE49-F238E27FC236}">
                <a16:creationId xmlns:a16="http://schemas.microsoft.com/office/drawing/2014/main" id="{EC00413F-C135-76C9-3510-58DD3D36D283}"/>
              </a:ext>
            </a:extLst>
          </p:cNvPr>
          <p:cNvCxnSpPr>
            <a:cxnSpLocks/>
            <a:stCxn id="17" idx="0"/>
            <a:endCxn id="55" idx="2"/>
          </p:cNvCxnSpPr>
          <p:nvPr/>
        </p:nvCxnSpPr>
        <p:spPr>
          <a:xfrm flipH="1" flipV="1">
            <a:off x="2648620" y="3190292"/>
            <a:ext cx="163025" cy="499202"/>
          </a:xfrm>
          <a:prstGeom prst="straightConnector1">
            <a:avLst/>
          </a:prstGeom>
          <a:noFill/>
          <a:ln w="50800" cap="flat" cmpd="dbl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76" name="Google Shape;102;p2">
            <a:extLst>
              <a:ext uri="{FF2B5EF4-FFF2-40B4-BE49-F238E27FC236}">
                <a16:creationId xmlns:a16="http://schemas.microsoft.com/office/drawing/2014/main" id="{C6024515-DFA5-1027-3850-31CB213203E8}"/>
              </a:ext>
            </a:extLst>
          </p:cNvPr>
          <p:cNvSpPr txBox="1"/>
          <p:nvPr/>
        </p:nvSpPr>
        <p:spPr>
          <a:xfrm>
            <a:off x="2650298" y="4157494"/>
            <a:ext cx="25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98;p2">
            <a:extLst>
              <a:ext uri="{FF2B5EF4-FFF2-40B4-BE49-F238E27FC236}">
                <a16:creationId xmlns:a16="http://schemas.microsoft.com/office/drawing/2014/main" id="{11B184ED-A2A2-7F41-EDC5-A04B5B4752D8}"/>
              </a:ext>
            </a:extLst>
          </p:cNvPr>
          <p:cNvSpPr txBox="1"/>
          <p:nvPr/>
        </p:nvSpPr>
        <p:spPr>
          <a:xfrm>
            <a:off x="1606720" y="5291674"/>
            <a:ext cx="293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02;p2">
            <a:extLst>
              <a:ext uri="{FF2B5EF4-FFF2-40B4-BE49-F238E27FC236}">
                <a16:creationId xmlns:a16="http://schemas.microsoft.com/office/drawing/2014/main" id="{AE16E7C4-A1AB-8F62-9693-65B61EB9FEE5}"/>
              </a:ext>
            </a:extLst>
          </p:cNvPr>
          <p:cNvSpPr txBox="1"/>
          <p:nvPr/>
        </p:nvSpPr>
        <p:spPr>
          <a:xfrm>
            <a:off x="10883376" y="3832813"/>
            <a:ext cx="25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98;p2">
            <a:extLst>
              <a:ext uri="{FF2B5EF4-FFF2-40B4-BE49-F238E27FC236}">
                <a16:creationId xmlns:a16="http://schemas.microsoft.com/office/drawing/2014/main" id="{BAB99286-A7AF-12A3-C651-41F19A0782A3}"/>
              </a:ext>
            </a:extLst>
          </p:cNvPr>
          <p:cNvSpPr txBox="1"/>
          <p:nvPr/>
        </p:nvSpPr>
        <p:spPr>
          <a:xfrm>
            <a:off x="7555360" y="4450713"/>
            <a:ext cx="293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02;p2">
            <a:extLst>
              <a:ext uri="{FF2B5EF4-FFF2-40B4-BE49-F238E27FC236}">
                <a16:creationId xmlns:a16="http://schemas.microsoft.com/office/drawing/2014/main" id="{F18E194E-9F5A-C720-4F31-91ED7DA21089}"/>
              </a:ext>
            </a:extLst>
          </p:cNvPr>
          <p:cNvSpPr txBox="1"/>
          <p:nvPr/>
        </p:nvSpPr>
        <p:spPr>
          <a:xfrm>
            <a:off x="8452730" y="5046017"/>
            <a:ext cx="25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98;p2">
            <a:extLst>
              <a:ext uri="{FF2B5EF4-FFF2-40B4-BE49-F238E27FC236}">
                <a16:creationId xmlns:a16="http://schemas.microsoft.com/office/drawing/2014/main" id="{27996866-2D8A-5D0E-1395-2FF010D457CB}"/>
              </a:ext>
            </a:extLst>
          </p:cNvPr>
          <p:cNvSpPr txBox="1"/>
          <p:nvPr/>
        </p:nvSpPr>
        <p:spPr>
          <a:xfrm>
            <a:off x="8632554" y="6220768"/>
            <a:ext cx="293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3" name="Google Shape;89;p2">
            <a:extLst>
              <a:ext uri="{FF2B5EF4-FFF2-40B4-BE49-F238E27FC236}">
                <a16:creationId xmlns:a16="http://schemas.microsoft.com/office/drawing/2014/main" id="{FEABAC72-0486-0242-F33F-C97B9E31F7AD}"/>
              </a:ext>
            </a:extLst>
          </p:cNvPr>
          <p:cNvCxnSpPr>
            <a:cxnSpLocks/>
            <a:stCxn id="28" idx="3"/>
            <a:endCxn id="141" idx="2"/>
          </p:cNvCxnSpPr>
          <p:nvPr/>
        </p:nvCxnSpPr>
        <p:spPr>
          <a:xfrm flipV="1">
            <a:off x="8653240" y="5819891"/>
            <a:ext cx="512307" cy="400877"/>
          </a:xfrm>
          <a:prstGeom prst="straightConnector1">
            <a:avLst/>
          </a:prstGeom>
          <a:noFill/>
          <a:ln w="50800" cap="flat" cmpd="dbl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186" name="Google Shape;89;p2">
            <a:extLst>
              <a:ext uri="{FF2B5EF4-FFF2-40B4-BE49-F238E27FC236}">
                <a16:creationId xmlns:a16="http://schemas.microsoft.com/office/drawing/2014/main" id="{BF49322A-2349-A67F-A631-30A91C31121C}"/>
              </a:ext>
            </a:extLst>
          </p:cNvPr>
          <p:cNvCxnSpPr>
            <a:cxnSpLocks/>
            <a:stCxn id="121" idx="1"/>
            <a:endCxn id="19" idx="0"/>
          </p:cNvCxnSpPr>
          <p:nvPr/>
        </p:nvCxnSpPr>
        <p:spPr>
          <a:xfrm flipH="1">
            <a:off x="7791363" y="4378383"/>
            <a:ext cx="1067980" cy="309581"/>
          </a:xfrm>
          <a:prstGeom prst="straightConnector1">
            <a:avLst/>
          </a:prstGeom>
          <a:noFill/>
          <a:ln w="50800" cap="flat" cmpd="dbl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89" name="Google Shape;102;p2">
            <a:extLst>
              <a:ext uri="{FF2B5EF4-FFF2-40B4-BE49-F238E27FC236}">
                <a16:creationId xmlns:a16="http://schemas.microsoft.com/office/drawing/2014/main" id="{73D97519-BBE3-9D41-D34A-5B53F55511AF}"/>
              </a:ext>
            </a:extLst>
          </p:cNvPr>
          <p:cNvSpPr txBox="1"/>
          <p:nvPr/>
        </p:nvSpPr>
        <p:spPr>
          <a:xfrm>
            <a:off x="2359975" y="5572413"/>
            <a:ext cx="25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02;p2">
            <a:extLst>
              <a:ext uri="{FF2B5EF4-FFF2-40B4-BE49-F238E27FC236}">
                <a16:creationId xmlns:a16="http://schemas.microsoft.com/office/drawing/2014/main" id="{FEE15015-4197-5A55-3F69-07C2F5C44F75}"/>
              </a:ext>
            </a:extLst>
          </p:cNvPr>
          <p:cNvSpPr txBox="1"/>
          <p:nvPr/>
        </p:nvSpPr>
        <p:spPr>
          <a:xfrm>
            <a:off x="6690350" y="4697013"/>
            <a:ext cx="460855" cy="246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(0,1)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91" name="Google Shape;89;p2">
            <a:extLst>
              <a:ext uri="{FF2B5EF4-FFF2-40B4-BE49-F238E27FC236}">
                <a16:creationId xmlns:a16="http://schemas.microsoft.com/office/drawing/2014/main" id="{771EB6EC-5565-F222-0680-15C0A1FC267A}"/>
              </a:ext>
            </a:extLst>
          </p:cNvPr>
          <p:cNvCxnSpPr>
            <a:cxnSpLocks/>
            <a:stCxn id="22" idx="0"/>
            <a:endCxn id="131" idx="2"/>
          </p:cNvCxnSpPr>
          <p:nvPr/>
        </p:nvCxnSpPr>
        <p:spPr>
          <a:xfrm flipV="1">
            <a:off x="5806277" y="1726641"/>
            <a:ext cx="964532" cy="379118"/>
          </a:xfrm>
          <a:prstGeom prst="straightConnector1">
            <a:avLst/>
          </a:prstGeom>
          <a:noFill/>
          <a:ln w="50800" cap="flat" cmpd="dbl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3" name="Google Shape;86;p2">
            <a:extLst>
              <a:ext uri="{FF2B5EF4-FFF2-40B4-BE49-F238E27FC236}">
                <a16:creationId xmlns:a16="http://schemas.microsoft.com/office/drawing/2014/main" id="{796DBBE5-9878-E3D0-84D2-708444962E73}"/>
              </a:ext>
            </a:extLst>
          </p:cNvPr>
          <p:cNvCxnSpPr>
            <a:cxnSpLocks/>
            <a:stCxn id="12" idx="3"/>
            <a:endCxn id="40" idx="1"/>
          </p:cNvCxnSpPr>
          <p:nvPr/>
        </p:nvCxnSpPr>
        <p:spPr>
          <a:xfrm>
            <a:off x="5806277" y="591844"/>
            <a:ext cx="757916" cy="3255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4" name="Google Shape;91;p2">
            <a:extLst>
              <a:ext uri="{FF2B5EF4-FFF2-40B4-BE49-F238E27FC236}">
                <a16:creationId xmlns:a16="http://schemas.microsoft.com/office/drawing/2014/main" id="{2661F7AE-E9F1-D786-198A-CBA979F50248}"/>
              </a:ext>
            </a:extLst>
          </p:cNvPr>
          <p:cNvSpPr/>
          <p:nvPr/>
        </p:nvSpPr>
        <p:spPr>
          <a:xfrm>
            <a:off x="511449" y="941178"/>
            <a:ext cx="1286400" cy="5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sng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UserID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91;p2">
            <a:extLst>
              <a:ext uri="{FF2B5EF4-FFF2-40B4-BE49-F238E27FC236}">
                <a16:creationId xmlns:a16="http://schemas.microsoft.com/office/drawing/2014/main" id="{9564EAF8-9E35-AEEE-FE17-81E9347544B4}"/>
              </a:ext>
            </a:extLst>
          </p:cNvPr>
          <p:cNvSpPr/>
          <p:nvPr/>
        </p:nvSpPr>
        <p:spPr>
          <a:xfrm>
            <a:off x="269801" y="1504275"/>
            <a:ext cx="1286400" cy="5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Email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91;p2">
            <a:extLst>
              <a:ext uri="{FF2B5EF4-FFF2-40B4-BE49-F238E27FC236}">
                <a16:creationId xmlns:a16="http://schemas.microsoft.com/office/drawing/2014/main" id="{79F7B232-AF1C-7567-58ED-A5B233FD89E8}"/>
              </a:ext>
            </a:extLst>
          </p:cNvPr>
          <p:cNvSpPr/>
          <p:nvPr/>
        </p:nvSpPr>
        <p:spPr>
          <a:xfrm>
            <a:off x="3210418" y="1699771"/>
            <a:ext cx="1286400" cy="5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Status</a:t>
            </a:r>
            <a:endParaRPr sz="1400" b="0" i="0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91;p2">
            <a:extLst>
              <a:ext uri="{FF2B5EF4-FFF2-40B4-BE49-F238E27FC236}">
                <a16:creationId xmlns:a16="http://schemas.microsoft.com/office/drawing/2014/main" id="{023F4A8E-B160-E32E-8F0F-635DB6E40022}"/>
              </a:ext>
            </a:extLst>
          </p:cNvPr>
          <p:cNvSpPr/>
          <p:nvPr/>
        </p:nvSpPr>
        <p:spPr>
          <a:xfrm>
            <a:off x="3170689" y="1024288"/>
            <a:ext cx="1286400" cy="5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sng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SubscriptionID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" name="Google Shape;91;p2">
            <a:extLst>
              <a:ext uri="{FF2B5EF4-FFF2-40B4-BE49-F238E27FC236}">
                <a16:creationId xmlns:a16="http://schemas.microsoft.com/office/drawing/2014/main" id="{B648F4E7-E228-A9A0-0E90-BCA6067EFE9F}"/>
              </a:ext>
            </a:extLst>
          </p:cNvPr>
          <p:cNvSpPr/>
          <p:nvPr/>
        </p:nvSpPr>
        <p:spPr>
          <a:xfrm>
            <a:off x="10966242" y="629500"/>
            <a:ext cx="1286400" cy="5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err="1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PlanName</a:t>
            </a:r>
            <a:endParaRPr sz="1400" b="0" i="0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1;p2">
            <a:extLst>
              <a:ext uri="{FF2B5EF4-FFF2-40B4-BE49-F238E27FC236}">
                <a16:creationId xmlns:a16="http://schemas.microsoft.com/office/drawing/2014/main" id="{2538C258-7E76-B5F5-0AA8-22FF1F02AEC9}"/>
              </a:ext>
            </a:extLst>
          </p:cNvPr>
          <p:cNvSpPr/>
          <p:nvPr/>
        </p:nvSpPr>
        <p:spPr>
          <a:xfrm>
            <a:off x="4463027" y="1016529"/>
            <a:ext cx="1286400" cy="5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EndDate</a:t>
            </a:r>
            <a:endParaRPr sz="1400" b="0" i="0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91;p2">
            <a:extLst>
              <a:ext uri="{FF2B5EF4-FFF2-40B4-BE49-F238E27FC236}">
                <a16:creationId xmlns:a16="http://schemas.microsoft.com/office/drawing/2014/main" id="{A40BFD54-DF17-39AB-48BF-77FE2D16C8A2}"/>
              </a:ext>
            </a:extLst>
          </p:cNvPr>
          <p:cNvSpPr/>
          <p:nvPr/>
        </p:nvSpPr>
        <p:spPr>
          <a:xfrm>
            <a:off x="10454443" y="111166"/>
            <a:ext cx="1286400" cy="5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sng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PlanID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91;p2">
            <a:extLst>
              <a:ext uri="{FF2B5EF4-FFF2-40B4-BE49-F238E27FC236}">
                <a16:creationId xmlns:a16="http://schemas.microsoft.com/office/drawing/2014/main" id="{EB162766-1022-73FC-89F6-764361B1EE35}"/>
              </a:ext>
            </a:extLst>
          </p:cNvPr>
          <p:cNvSpPr/>
          <p:nvPr/>
        </p:nvSpPr>
        <p:spPr>
          <a:xfrm>
            <a:off x="4043161" y="1530234"/>
            <a:ext cx="1286400" cy="5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StartDate</a:t>
            </a:r>
            <a:endParaRPr sz="1400" b="0" i="0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91;p2">
            <a:extLst>
              <a:ext uri="{FF2B5EF4-FFF2-40B4-BE49-F238E27FC236}">
                <a16:creationId xmlns:a16="http://schemas.microsoft.com/office/drawing/2014/main" id="{195973B0-508A-04E1-5325-01EFE5115EA4}"/>
              </a:ext>
            </a:extLst>
          </p:cNvPr>
          <p:cNvSpPr/>
          <p:nvPr/>
        </p:nvSpPr>
        <p:spPr>
          <a:xfrm>
            <a:off x="8850938" y="916166"/>
            <a:ext cx="1431084" cy="5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err="1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AddFreeFlag</a:t>
            </a:r>
            <a:endParaRPr sz="1400" b="0" i="0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91;p2">
            <a:extLst>
              <a:ext uri="{FF2B5EF4-FFF2-40B4-BE49-F238E27FC236}">
                <a16:creationId xmlns:a16="http://schemas.microsoft.com/office/drawing/2014/main" id="{370E24FF-84C4-935F-BAB6-9450D91BD115}"/>
              </a:ext>
            </a:extLst>
          </p:cNvPr>
          <p:cNvSpPr/>
          <p:nvPr/>
        </p:nvSpPr>
        <p:spPr>
          <a:xfrm>
            <a:off x="11206657" y="1232025"/>
            <a:ext cx="1431084" cy="5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err="1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BillingPeriod</a:t>
            </a:r>
            <a:endParaRPr sz="1400" b="0" i="0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91;p2">
            <a:extLst>
              <a:ext uri="{FF2B5EF4-FFF2-40B4-BE49-F238E27FC236}">
                <a16:creationId xmlns:a16="http://schemas.microsoft.com/office/drawing/2014/main" id="{E00F2BD7-B28A-A59C-86E7-F5CDF1989448}"/>
              </a:ext>
            </a:extLst>
          </p:cNvPr>
          <p:cNvSpPr/>
          <p:nvPr/>
        </p:nvSpPr>
        <p:spPr>
          <a:xfrm>
            <a:off x="10158643" y="1133398"/>
            <a:ext cx="1286400" cy="5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Price</a:t>
            </a:r>
            <a:endParaRPr sz="1400" b="0" i="0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" name="Google Shape;97;p2">
            <a:extLst>
              <a:ext uri="{FF2B5EF4-FFF2-40B4-BE49-F238E27FC236}">
                <a16:creationId xmlns:a16="http://schemas.microsoft.com/office/drawing/2014/main" id="{65C7DA01-F1AA-25ED-44EB-A3658E132AF1}"/>
              </a:ext>
            </a:extLst>
          </p:cNvPr>
          <p:cNvCxnSpPr>
            <a:cxnSpLocks/>
            <a:stCxn id="10" idx="3"/>
            <a:endCxn id="11" idx="3"/>
          </p:cNvCxnSpPr>
          <p:nvPr/>
        </p:nvCxnSpPr>
        <p:spPr>
          <a:xfrm flipH="1">
            <a:off x="10384370" y="575926"/>
            <a:ext cx="258462" cy="6513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35" name="Google Shape;97;p2">
            <a:extLst>
              <a:ext uri="{FF2B5EF4-FFF2-40B4-BE49-F238E27FC236}">
                <a16:creationId xmlns:a16="http://schemas.microsoft.com/office/drawing/2014/main" id="{442466D8-371B-341B-62A5-BC107616BE81}"/>
              </a:ext>
            </a:extLst>
          </p:cNvPr>
          <p:cNvCxnSpPr>
            <a:cxnSpLocks/>
            <a:stCxn id="8" idx="2"/>
            <a:endCxn id="11" idx="3"/>
          </p:cNvCxnSpPr>
          <p:nvPr/>
        </p:nvCxnSpPr>
        <p:spPr>
          <a:xfrm flipH="1" flipV="1">
            <a:off x="10384370" y="641058"/>
            <a:ext cx="581872" cy="260692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38" name="Google Shape;97;p2">
            <a:extLst>
              <a:ext uri="{FF2B5EF4-FFF2-40B4-BE49-F238E27FC236}">
                <a16:creationId xmlns:a16="http://schemas.microsoft.com/office/drawing/2014/main" id="{3E3C45D0-5BC9-66BC-F254-4E19EA99A924}"/>
              </a:ext>
            </a:extLst>
          </p:cNvPr>
          <p:cNvCxnSpPr>
            <a:cxnSpLocks/>
            <a:stCxn id="20" idx="1"/>
            <a:endCxn id="11" idx="3"/>
          </p:cNvCxnSpPr>
          <p:nvPr/>
        </p:nvCxnSpPr>
        <p:spPr>
          <a:xfrm flipH="1" flipV="1">
            <a:off x="10384370" y="641058"/>
            <a:ext cx="1031864" cy="67070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42" name="Google Shape;97;p2">
            <a:extLst>
              <a:ext uri="{FF2B5EF4-FFF2-40B4-BE49-F238E27FC236}">
                <a16:creationId xmlns:a16="http://schemas.microsoft.com/office/drawing/2014/main" id="{0D636610-CDDF-1D65-7768-BEF0D770909C}"/>
              </a:ext>
            </a:extLst>
          </p:cNvPr>
          <p:cNvCxnSpPr>
            <a:cxnSpLocks/>
            <a:stCxn id="30" idx="0"/>
            <a:endCxn id="11" idx="3"/>
          </p:cNvCxnSpPr>
          <p:nvPr/>
        </p:nvCxnSpPr>
        <p:spPr>
          <a:xfrm flipH="1" flipV="1">
            <a:off x="10384370" y="641058"/>
            <a:ext cx="417473" cy="49234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46" name="Google Shape;97;p2">
            <a:extLst>
              <a:ext uri="{FF2B5EF4-FFF2-40B4-BE49-F238E27FC236}">
                <a16:creationId xmlns:a16="http://schemas.microsoft.com/office/drawing/2014/main" id="{D1B342F9-C892-F316-ED1A-E7B45BB4A39A}"/>
              </a:ext>
            </a:extLst>
          </p:cNvPr>
          <p:cNvCxnSpPr>
            <a:cxnSpLocks/>
            <a:stCxn id="18" idx="6"/>
            <a:endCxn id="11" idx="3"/>
          </p:cNvCxnSpPr>
          <p:nvPr/>
        </p:nvCxnSpPr>
        <p:spPr>
          <a:xfrm flipV="1">
            <a:off x="10282022" y="641058"/>
            <a:ext cx="102348" cy="54735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51" name="Google Shape;86;p2">
            <a:extLst>
              <a:ext uri="{FF2B5EF4-FFF2-40B4-BE49-F238E27FC236}">
                <a16:creationId xmlns:a16="http://schemas.microsoft.com/office/drawing/2014/main" id="{E705CB4E-C91D-E885-DF7C-32F3D2A5C6AA}"/>
              </a:ext>
            </a:extLst>
          </p:cNvPr>
          <p:cNvCxnSpPr>
            <a:cxnSpLocks/>
            <a:stCxn id="7" idx="0"/>
            <a:endCxn id="12" idx="2"/>
          </p:cNvCxnSpPr>
          <p:nvPr/>
        </p:nvCxnSpPr>
        <p:spPr>
          <a:xfrm flipV="1">
            <a:off x="3813889" y="825844"/>
            <a:ext cx="1292338" cy="198444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54" name="Google Shape;86;p2">
            <a:extLst>
              <a:ext uri="{FF2B5EF4-FFF2-40B4-BE49-F238E27FC236}">
                <a16:creationId xmlns:a16="http://schemas.microsoft.com/office/drawing/2014/main" id="{DF1CA0EF-F301-3626-BFCB-60F9AFFDF77B}"/>
              </a:ext>
            </a:extLst>
          </p:cNvPr>
          <p:cNvCxnSpPr>
            <a:cxnSpLocks/>
            <a:stCxn id="9" idx="1"/>
            <a:endCxn id="12" idx="2"/>
          </p:cNvCxnSpPr>
          <p:nvPr/>
        </p:nvCxnSpPr>
        <p:spPr>
          <a:xfrm flipV="1">
            <a:off x="4651416" y="825844"/>
            <a:ext cx="454811" cy="27042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59" name="Google Shape;86;p2">
            <a:extLst>
              <a:ext uri="{FF2B5EF4-FFF2-40B4-BE49-F238E27FC236}">
                <a16:creationId xmlns:a16="http://schemas.microsoft.com/office/drawing/2014/main" id="{9BB61021-42E1-2304-6CC0-65BE08F02C8C}"/>
              </a:ext>
            </a:extLst>
          </p:cNvPr>
          <p:cNvCxnSpPr>
            <a:cxnSpLocks/>
            <a:stCxn id="13" idx="1"/>
            <a:endCxn id="12" idx="2"/>
          </p:cNvCxnSpPr>
          <p:nvPr/>
        </p:nvCxnSpPr>
        <p:spPr>
          <a:xfrm flipV="1">
            <a:off x="4231550" y="825844"/>
            <a:ext cx="874677" cy="78413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63" name="Google Shape;86;p2">
            <a:extLst>
              <a:ext uri="{FF2B5EF4-FFF2-40B4-BE49-F238E27FC236}">
                <a16:creationId xmlns:a16="http://schemas.microsoft.com/office/drawing/2014/main" id="{6033ACCA-4380-8D1F-4AF5-294A4701A5E3}"/>
              </a:ext>
            </a:extLst>
          </p:cNvPr>
          <p:cNvCxnSpPr>
            <a:cxnSpLocks/>
            <a:stCxn id="6" idx="0"/>
            <a:endCxn id="12" idx="2"/>
          </p:cNvCxnSpPr>
          <p:nvPr/>
        </p:nvCxnSpPr>
        <p:spPr>
          <a:xfrm flipV="1">
            <a:off x="3853618" y="825844"/>
            <a:ext cx="1252609" cy="87392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68" name="Google Shape;86;p2">
            <a:extLst>
              <a:ext uri="{FF2B5EF4-FFF2-40B4-BE49-F238E27FC236}">
                <a16:creationId xmlns:a16="http://schemas.microsoft.com/office/drawing/2014/main" id="{44433DF5-CDA8-4C60-9F4B-CD6992854BAD}"/>
              </a:ext>
            </a:extLst>
          </p:cNvPr>
          <p:cNvCxnSpPr>
            <a:cxnSpLocks/>
            <a:stCxn id="2" idx="1"/>
            <a:endCxn id="4" idx="5"/>
          </p:cNvCxnSpPr>
          <p:nvPr/>
        </p:nvCxnSpPr>
        <p:spPr>
          <a:xfrm flipH="1" flipV="1">
            <a:off x="1609460" y="1405938"/>
            <a:ext cx="144110" cy="408837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cxnSp>
        <p:nvCxnSpPr>
          <p:cNvPr id="73" name="Google Shape;86;p2">
            <a:extLst>
              <a:ext uri="{FF2B5EF4-FFF2-40B4-BE49-F238E27FC236}">
                <a16:creationId xmlns:a16="http://schemas.microsoft.com/office/drawing/2014/main" id="{38504CD5-FA8C-8A04-AF1B-35F339C75335}"/>
              </a:ext>
            </a:extLst>
          </p:cNvPr>
          <p:cNvCxnSpPr>
            <a:cxnSpLocks/>
            <a:stCxn id="2" idx="1"/>
            <a:endCxn id="5" idx="6"/>
          </p:cNvCxnSpPr>
          <p:nvPr/>
        </p:nvCxnSpPr>
        <p:spPr>
          <a:xfrm flipH="1" flipV="1">
            <a:off x="1556201" y="1776525"/>
            <a:ext cx="197369" cy="3825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04" name="Google Shape;118;ged78e8fd57_0_0">
            <a:extLst>
              <a:ext uri="{FF2B5EF4-FFF2-40B4-BE49-F238E27FC236}">
                <a16:creationId xmlns:a16="http://schemas.microsoft.com/office/drawing/2014/main" id="{D8E3AEFB-2B40-7A57-BC26-F593D571E779}"/>
              </a:ext>
            </a:extLst>
          </p:cNvPr>
          <p:cNvSpPr/>
          <p:nvPr/>
        </p:nvSpPr>
        <p:spPr>
          <a:xfrm>
            <a:off x="4005243" y="2747788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sng" strike="noStrike" cap="none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TxnSeqNo</a:t>
            </a:r>
            <a:endParaRPr sz="1400" b="0" i="0" u="sng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91;p2">
            <a:extLst>
              <a:ext uri="{FF2B5EF4-FFF2-40B4-BE49-F238E27FC236}">
                <a16:creationId xmlns:a16="http://schemas.microsoft.com/office/drawing/2014/main" id="{118DE521-BDFB-2112-8D7F-F2F9D730427B}"/>
              </a:ext>
            </a:extLst>
          </p:cNvPr>
          <p:cNvSpPr/>
          <p:nvPr/>
        </p:nvSpPr>
        <p:spPr>
          <a:xfrm>
            <a:off x="5329561" y="2818629"/>
            <a:ext cx="1286400" cy="5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TxnDateTime</a:t>
            </a:r>
            <a:endParaRPr sz="1400" b="0" i="0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91;p2">
            <a:extLst>
              <a:ext uri="{FF2B5EF4-FFF2-40B4-BE49-F238E27FC236}">
                <a16:creationId xmlns:a16="http://schemas.microsoft.com/office/drawing/2014/main" id="{F9BCDEFD-D3A9-45AC-D124-8D12AFF983E4}"/>
              </a:ext>
            </a:extLst>
          </p:cNvPr>
          <p:cNvSpPr/>
          <p:nvPr/>
        </p:nvSpPr>
        <p:spPr>
          <a:xfrm>
            <a:off x="4246673" y="3312046"/>
            <a:ext cx="1286400" cy="5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Amount</a:t>
            </a:r>
            <a:endParaRPr sz="1400" b="0" i="0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91;p2">
            <a:extLst>
              <a:ext uri="{FF2B5EF4-FFF2-40B4-BE49-F238E27FC236}">
                <a16:creationId xmlns:a16="http://schemas.microsoft.com/office/drawing/2014/main" id="{DDC5A8ED-2C27-AF98-501E-606C4C973F50}"/>
              </a:ext>
            </a:extLst>
          </p:cNvPr>
          <p:cNvSpPr/>
          <p:nvPr/>
        </p:nvSpPr>
        <p:spPr>
          <a:xfrm>
            <a:off x="5581735" y="3305827"/>
            <a:ext cx="1286400" cy="5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err="1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TxnType</a:t>
            </a:r>
            <a:endParaRPr sz="1400" b="0" i="0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91;p2">
            <a:extLst>
              <a:ext uri="{FF2B5EF4-FFF2-40B4-BE49-F238E27FC236}">
                <a16:creationId xmlns:a16="http://schemas.microsoft.com/office/drawing/2014/main" id="{FAB6F98F-C129-C3C7-1D93-FE9BBB4FB748}"/>
              </a:ext>
            </a:extLst>
          </p:cNvPr>
          <p:cNvSpPr/>
          <p:nvPr/>
        </p:nvSpPr>
        <p:spPr>
          <a:xfrm>
            <a:off x="5048595" y="3838230"/>
            <a:ext cx="1286400" cy="5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 err="1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TxnStatus</a:t>
            </a:r>
            <a:endParaRPr sz="1400" b="0" i="0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8;ged78e8fd57_0_0">
            <a:extLst>
              <a:ext uri="{FF2B5EF4-FFF2-40B4-BE49-F238E27FC236}">
                <a16:creationId xmlns:a16="http://schemas.microsoft.com/office/drawing/2014/main" id="{1CB76C13-CA1F-5A38-416B-758E4707D584}"/>
              </a:ext>
            </a:extLst>
          </p:cNvPr>
          <p:cNvSpPr/>
          <p:nvPr/>
        </p:nvSpPr>
        <p:spPr>
          <a:xfrm>
            <a:off x="2485225" y="6001613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sng" strike="noStrike" cap="none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SlotSeqNo</a:t>
            </a:r>
            <a:endParaRPr sz="1400" b="0" i="0" u="sng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91;p2">
            <a:extLst>
              <a:ext uri="{FF2B5EF4-FFF2-40B4-BE49-F238E27FC236}">
                <a16:creationId xmlns:a16="http://schemas.microsoft.com/office/drawing/2014/main" id="{EF41CA6B-D483-CED5-61CE-B41E2E95CA04}"/>
              </a:ext>
            </a:extLst>
          </p:cNvPr>
          <p:cNvSpPr/>
          <p:nvPr/>
        </p:nvSpPr>
        <p:spPr>
          <a:xfrm>
            <a:off x="1362220" y="6198980"/>
            <a:ext cx="1286400" cy="5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PlacementType</a:t>
            </a:r>
            <a:endParaRPr sz="1400" b="0" i="0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91;p2">
            <a:extLst>
              <a:ext uri="{FF2B5EF4-FFF2-40B4-BE49-F238E27FC236}">
                <a16:creationId xmlns:a16="http://schemas.microsoft.com/office/drawing/2014/main" id="{B10A5CE2-33F7-03A1-A2C8-066AD5BD5ACC}"/>
              </a:ext>
            </a:extLst>
          </p:cNvPr>
          <p:cNvSpPr/>
          <p:nvPr/>
        </p:nvSpPr>
        <p:spPr>
          <a:xfrm>
            <a:off x="299450" y="6067070"/>
            <a:ext cx="1286400" cy="5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RequestedAt</a:t>
            </a:r>
            <a:endParaRPr sz="1400" b="0" i="0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8;ged78e8fd57_0_0">
            <a:extLst>
              <a:ext uri="{FF2B5EF4-FFF2-40B4-BE49-F238E27FC236}">
                <a16:creationId xmlns:a16="http://schemas.microsoft.com/office/drawing/2014/main" id="{5D8632CF-85A0-7A83-12D0-7E45A74840C4}"/>
              </a:ext>
            </a:extLst>
          </p:cNvPr>
          <p:cNvSpPr/>
          <p:nvPr/>
        </p:nvSpPr>
        <p:spPr>
          <a:xfrm>
            <a:off x="5902953" y="5632071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sng" strike="noStrike" cap="none" dirty="0" err="1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EventSeqNo</a:t>
            </a:r>
            <a:endParaRPr sz="1400" b="0" i="0" u="sng" strike="noStrike" cap="none" dirty="0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91;p2">
            <a:extLst>
              <a:ext uri="{FF2B5EF4-FFF2-40B4-BE49-F238E27FC236}">
                <a16:creationId xmlns:a16="http://schemas.microsoft.com/office/drawing/2014/main" id="{1E58F7C5-961E-493F-10A6-53D95459B639}"/>
              </a:ext>
            </a:extLst>
          </p:cNvPr>
          <p:cNvSpPr/>
          <p:nvPr/>
        </p:nvSpPr>
        <p:spPr>
          <a:xfrm>
            <a:off x="5763648" y="6194818"/>
            <a:ext cx="1286400" cy="5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EventType</a:t>
            </a:r>
            <a:endParaRPr sz="1400" b="0" i="0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91;p2">
            <a:extLst>
              <a:ext uri="{FF2B5EF4-FFF2-40B4-BE49-F238E27FC236}">
                <a16:creationId xmlns:a16="http://schemas.microsoft.com/office/drawing/2014/main" id="{C9C9C51A-B7D5-BE6A-F880-BCD1C21308BB}"/>
              </a:ext>
            </a:extLst>
          </p:cNvPr>
          <p:cNvSpPr/>
          <p:nvPr/>
        </p:nvSpPr>
        <p:spPr>
          <a:xfrm>
            <a:off x="8779404" y="6305133"/>
            <a:ext cx="1286400" cy="5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EventAt</a:t>
            </a:r>
            <a:endParaRPr sz="1400" b="0" i="0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91;p2">
            <a:extLst>
              <a:ext uri="{FF2B5EF4-FFF2-40B4-BE49-F238E27FC236}">
                <a16:creationId xmlns:a16="http://schemas.microsoft.com/office/drawing/2014/main" id="{0229C924-C5A3-8456-F082-F96199E270E4}"/>
              </a:ext>
            </a:extLst>
          </p:cNvPr>
          <p:cNvSpPr/>
          <p:nvPr/>
        </p:nvSpPr>
        <p:spPr>
          <a:xfrm>
            <a:off x="7167404" y="2140298"/>
            <a:ext cx="1286400" cy="5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sng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AdvertiserID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91;p2">
            <a:extLst>
              <a:ext uri="{FF2B5EF4-FFF2-40B4-BE49-F238E27FC236}">
                <a16:creationId xmlns:a16="http://schemas.microsoft.com/office/drawing/2014/main" id="{5A933072-75D9-0A45-0944-D0858636DB1B}"/>
              </a:ext>
            </a:extLst>
          </p:cNvPr>
          <p:cNvSpPr/>
          <p:nvPr/>
        </p:nvSpPr>
        <p:spPr>
          <a:xfrm>
            <a:off x="10386370" y="2673005"/>
            <a:ext cx="1286400" cy="5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Name</a:t>
            </a:r>
            <a:endParaRPr sz="1400" b="0" i="0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91;p2">
            <a:extLst>
              <a:ext uri="{FF2B5EF4-FFF2-40B4-BE49-F238E27FC236}">
                <a16:creationId xmlns:a16="http://schemas.microsoft.com/office/drawing/2014/main" id="{695C4BEE-43E9-3668-DC03-8F76B93CB651}"/>
              </a:ext>
            </a:extLst>
          </p:cNvPr>
          <p:cNvSpPr/>
          <p:nvPr/>
        </p:nvSpPr>
        <p:spPr>
          <a:xfrm>
            <a:off x="11445043" y="2102224"/>
            <a:ext cx="1286400" cy="5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dirty="0">
                <a:solidFill>
                  <a:schemeClr val="dk1"/>
                </a:solidFill>
                <a:latin typeface="Calibri"/>
                <a:cs typeface="Calibri"/>
                <a:sym typeface="Calibri"/>
              </a:rPr>
              <a:t>StartDate</a:t>
            </a:r>
            <a:endParaRPr sz="1400" b="0" i="0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91;p2">
            <a:extLst>
              <a:ext uri="{FF2B5EF4-FFF2-40B4-BE49-F238E27FC236}">
                <a16:creationId xmlns:a16="http://schemas.microsoft.com/office/drawing/2014/main" id="{AA0C4FCF-3FC8-B8F7-0BBB-783232DF6C68}"/>
              </a:ext>
            </a:extLst>
          </p:cNvPr>
          <p:cNvSpPr/>
          <p:nvPr/>
        </p:nvSpPr>
        <p:spPr>
          <a:xfrm>
            <a:off x="10490676" y="2251423"/>
            <a:ext cx="1286400" cy="5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sng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CampaignID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301640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ed78e8fd57_0_0"/>
          <p:cNvSpPr/>
          <p:nvPr/>
        </p:nvSpPr>
        <p:spPr>
          <a:xfrm>
            <a:off x="597961" y="218407"/>
            <a:ext cx="1400100" cy="468000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&lt;entity type name&gt;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9" name="Google Shape;109;ged78e8fd57_0_0"/>
          <p:cNvGrpSpPr/>
          <p:nvPr/>
        </p:nvGrpSpPr>
        <p:grpSpPr>
          <a:xfrm>
            <a:off x="549167" y="959968"/>
            <a:ext cx="1497900" cy="586200"/>
            <a:chOff x="-2693116" y="2284388"/>
            <a:chExt cx="1497900" cy="586200"/>
          </a:xfrm>
        </p:grpSpPr>
        <p:sp>
          <p:nvSpPr>
            <p:cNvPr id="110" name="Google Shape;110;ged78e8fd57_0_0"/>
            <p:cNvSpPr/>
            <p:nvPr/>
          </p:nvSpPr>
          <p:spPr>
            <a:xfrm>
              <a:off x="-2693116" y="2284388"/>
              <a:ext cx="1497900" cy="5862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ged78e8fd57_0_0"/>
            <p:cNvSpPr/>
            <p:nvPr/>
          </p:nvSpPr>
          <p:spPr>
            <a:xfrm>
              <a:off x="-2634718" y="2337521"/>
              <a:ext cx="1400100" cy="468000"/>
            </a:xfrm>
            <a:prstGeom prst="rect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&lt;weak entity type name&gt;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12" name="Google Shape;112;ged78e8fd57_0_0"/>
          <p:cNvCxnSpPr/>
          <p:nvPr/>
        </p:nvCxnSpPr>
        <p:spPr>
          <a:xfrm rot="10800000">
            <a:off x="865391" y="3465918"/>
            <a:ext cx="1132800" cy="389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13" name="Google Shape;113;ged78e8fd57_0_0"/>
          <p:cNvSpPr/>
          <p:nvPr/>
        </p:nvSpPr>
        <p:spPr>
          <a:xfrm>
            <a:off x="1803054" y="5402370"/>
            <a:ext cx="273600" cy="2541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ged78e8fd57_0_0"/>
          <p:cNvSpPr/>
          <p:nvPr/>
        </p:nvSpPr>
        <p:spPr>
          <a:xfrm>
            <a:off x="1789407" y="6385500"/>
            <a:ext cx="273600" cy="2541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5" name="Google Shape;115;ged78e8fd57_0_0"/>
          <p:cNvCxnSpPr/>
          <p:nvPr/>
        </p:nvCxnSpPr>
        <p:spPr>
          <a:xfrm rot="10800000">
            <a:off x="772285" y="3704718"/>
            <a:ext cx="1132800" cy="389400"/>
          </a:xfrm>
          <a:prstGeom prst="straightConnector1">
            <a:avLst/>
          </a:prstGeom>
          <a:noFill/>
          <a:ln w="50800" cap="flat" cmpd="dbl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16" name="Google Shape;116;ged78e8fd57_0_0"/>
          <p:cNvSpPr/>
          <p:nvPr/>
        </p:nvSpPr>
        <p:spPr>
          <a:xfrm>
            <a:off x="1789406" y="5925234"/>
            <a:ext cx="273600" cy="2541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ed78e8fd57_0_0"/>
          <p:cNvSpPr/>
          <p:nvPr/>
        </p:nvSpPr>
        <p:spPr>
          <a:xfrm>
            <a:off x="3068940" y="343625"/>
            <a:ext cx="1286400" cy="5445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&lt;Id name&gt;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ed78e8fd57_0_0"/>
          <p:cNvSpPr/>
          <p:nvPr/>
        </p:nvSpPr>
        <p:spPr>
          <a:xfrm>
            <a:off x="3049929" y="1040939"/>
            <a:ext cx="1293300" cy="52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&lt;attribute name&gt;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9" name="Google Shape;119;ged78e8fd57_0_0"/>
          <p:cNvGrpSpPr/>
          <p:nvPr/>
        </p:nvGrpSpPr>
        <p:grpSpPr>
          <a:xfrm>
            <a:off x="2986162" y="1783098"/>
            <a:ext cx="1413035" cy="512235"/>
            <a:chOff x="556313" y="4827396"/>
            <a:chExt cx="1236900" cy="730200"/>
          </a:xfrm>
        </p:grpSpPr>
        <p:sp>
          <p:nvSpPr>
            <p:cNvPr id="120" name="Google Shape;120;ged78e8fd57_0_0"/>
            <p:cNvSpPr/>
            <p:nvPr/>
          </p:nvSpPr>
          <p:spPr>
            <a:xfrm>
              <a:off x="556313" y="4827396"/>
              <a:ext cx="1236900" cy="73020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ged78e8fd57_0_0"/>
            <p:cNvSpPr/>
            <p:nvPr/>
          </p:nvSpPr>
          <p:spPr>
            <a:xfrm>
              <a:off x="630975" y="4909162"/>
              <a:ext cx="1087500" cy="567300"/>
            </a:xfrm>
            <a:prstGeom prst="ellipse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&lt;multi valued attribute name&gt;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" name="Google Shape;122;ged78e8fd57_0_0"/>
          <p:cNvSpPr/>
          <p:nvPr/>
        </p:nvSpPr>
        <p:spPr>
          <a:xfrm>
            <a:off x="5233661" y="311813"/>
            <a:ext cx="1191600" cy="608100"/>
          </a:xfrm>
          <a:prstGeom prst="wedgeRoundRectCallout">
            <a:avLst>
              <a:gd name="adj1" fmla="val -37323"/>
              <a:gd name="adj2" fmla="val 106618"/>
              <a:gd name="adj3" fmla="val 16667"/>
            </a:avLst>
          </a:prstGeom>
          <a:solidFill>
            <a:srgbClr val="FFF1B2">
              <a:alpha val="43529"/>
            </a:srgbClr>
          </a:solidFill>
          <a:ln w="9525" cap="flat" cmpd="sng">
            <a:solidFill>
              <a:srgbClr val="7F7F7F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&lt;annotation&gt;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3" name="Google Shape;123;ged78e8fd57_0_0"/>
          <p:cNvCxnSpPr/>
          <p:nvPr/>
        </p:nvCxnSpPr>
        <p:spPr>
          <a:xfrm rot="10800000">
            <a:off x="3180981" y="2739277"/>
            <a:ext cx="1132800" cy="3894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  <a:effectLst>
            <a:outerShdw dist="20000" sx="1000" sy="1000" rotWithShape="0">
              <a:srgbClr val="000000"/>
            </a:outerShdw>
          </a:effectLst>
        </p:spPr>
      </p:cxnSp>
      <p:sp>
        <p:nvSpPr>
          <p:cNvPr id="124" name="Google Shape;124;ged78e8fd57_0_0"/>
          <p:cNvSpPr txBox="1"/>
          <p:nvPr/>
        </p:nvSpPr>
        <p:spPr>
          <a:xfrm>
            <a:off x="1769271" y="4427004"/>
            <a:ext cx="2937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ed78e8fd57_0_0"/>
          <p:cNvSpPr/>
          <p:nvPr/>
        </p:nvSpPr>
        <p:spPr>
          <a:xfrm>
            <a:off x="481522" y="2631388"/>
            <a:ext cx="1790100" cy="563400"/>
          </a:xfrm>
          <a:prstGeom prst="diamond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&lt;relationship type&gt;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6" name="Google Shape;126;ged78e8fd57_0_0"/>
          <p:cNvGrpSpPr/>
          <p:nvPr/>
        </p:nvGrpSpPr>
        <p:grpSpPr>
          <a:xfrm>
            <a:off x="501665" y="1776548"/>
            <a:ext cx="1769830" cy="601664"/>
            <a:chOff x="259630" y="3076443"/>
            <a:chExt cx="2013000" cy="840900"/>
          </a:xfrm>
        </p:grpSpPr>
        <p:sp>
          <p:nvSpPr>
            <p:cNvPr id="127" name="Google Shape;127;ged78e8fd57_0_0"/>
            <p:cNvSpPr/>
            <p:nvPr/>
          </p:nvSpPr>
          <p:spPr>
            <a:xfrm>
              <a:off x="259630" y="3076443"/>
              <a:ext cx="2013000" cy="840900"/>
            </a:xfrm>
            <a:prstGeom prst="diamond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ged78e8fd57_0_0"/>
            <p:cNvSpPr/>
            <p:nvPr/>
          </p:nvSpPr>
          <p:spPr>
            <a:xfrm>
              <a:off x="370759" y="3128723"/>
              <a:ext cx="1790100" cy="735900"/>
            </a:xfrm>
            <a:prstGeom prst="diamond">
              <a:avLst/>
            </a:prstGeom>
            <a:solidFill>
              <a:schemeClr val="lt1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00"/>
                <a:buFont typeface="Arial"/>
                <a:buNone/>
              </a:pPr>
              <a:r>
                <a:rPr lang="en-US" sz="12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&lt;weak relationship type name&gt;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9" name="Google Shape;129;ged78e8fd57_0_0"/>
          <p:cNvSpPr txBox="1"/>
          <p:nvPr/>
        </p:nvSpPr>
        <p:spPr>
          <a:xfrm>
            <a:off x="1796594" y="4791575"/>
            <a:ext cx="2505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320</Words>
  <Application>Microsoft Macintosh PowerPoint</Application>
  <PresentationFormat>Widescreen</PresentationFormat>
  <Paragraphs>178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ERD Template</vt:lpstr>
      <vt:lpstr>&lt;title&gt;</vt:lpstr>
      <vt:lpstr>Identify Entity Types</vt:lpstr>
      <vt:lpstr>Identify Relationship Types</vt:lpstr>
      <vt:lpstr>Identify Attributes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Mike Boyle</dc:creator>
  <cp:lastModifiedBy>Jamison Orton</cp:lastModifiedBy>
  <cp:revision>2</cp:revision>
  <dcterms:created xsi:type="dcterms:W3CDTF">2020-09-07T10:33:29Z</dcterms:created>
  <dcterms:modified xsi:type="dcterms:W3CDTF">2026-03-02T23:04:39Z</dcterms:modified>
</cp:coreProperties>
</file>