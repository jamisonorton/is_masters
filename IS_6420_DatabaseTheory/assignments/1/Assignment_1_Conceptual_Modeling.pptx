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kkc0shLdmRsJfJfPBmHEXVKDI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0"/>
  </p:normalViewPr>
  <p:slideViewPr>
    <p:cSldViewPr snapToGrid="0">
      <p:cViewPr varScale="1">
        <p:scale>
          <a:sx n="111" d="100"/>
          <a:sy n="111" d="100"/>
        </p:scale>
        <p:origin x="6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7EB65008-4D90-C9C4-6D96-10A7CC27D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>
            <a:extLst>
              <a:ext uri="{FF2B5EF4-FFF2-40B4-BE49-F238E27FC236}">
                <a16:creationId xmlns:a16="http://schemas.microsoft.com/office/drawing/2014/main" id="{031620F8-107B-4F87-D1B6-6DBF2E6286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2:notes">
            <a:extLst>
              <a:ext uri="{FF2B5EF4-FFF2-40B4-BE49-F238E27FC236}">
                <a16:creationId xmlns:a16="http://schemas.microsoft.com/office/drawing/2014/main" id="{5793557E-61A1-8C0A-C181-50BEEB7F09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91330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C9DEAB36-80B7-35BB-1428-D1F60C49A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>
            <a:extLst>
              <a:ext uri="{FF2B5EF4-FFF2-40B4-BE49-F238E27FC236}">
                <a16:creationId xmlns:a16="http://schemas.microsoft.com/office/drawing/2014/main" id="{DC4C78BE-745B-8721-D670-8457200173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2:notes">
            <a:extLst>
              <a:ext uri="{FF2B5EF4-FFF2-40B4-BE49-F238E27FC236}">
                <a16:creationId xmlns:a16="http://schemas.microsoft.com/office/drawing/2014/main" id="{3E9FD498-E1C8-1D9E-52CD-B303DCA106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7479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0A2FFBD5-7964-1F88-9DB9-26BFD5A5C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>
            <a:extLst>
              <a:ext uri="{FF2B5EF4-FFF2-40B4-BE49-F238E27FC236}">
                <a16:creationId xmlns:a16="http://schemas.microsoft.com/office/drawing/2014/main" id="{4469C7EC-44C5-5B6F-92FA-509AA59783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2:notes">
            <a:extLst>
              <a:ext uri="{FF2B5EF4-FFF2-40B4-BE49-F238E27FC236}">
                <a16:creationId xmlns:a16="http://schemas.microsoft.com/office/drawing/2014/main" id="{305EFFB5-A39B-7B64-59E3-B1C10F64F5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28729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A5CA4F76-A5D3-D119-F752-7E1689CE3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>
            <a:extLst>
              <a:ext uri="{FF2B5EF4-FFF2-40B4-BE49-F238E27FC236}">
                <a16:creationId xmlns:a16="http://schemas.microsoft.com/office/drawing/2014/main" id="{227C5ABA-B5B2-511E-8AC5-D6F21BD80D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2:notes">
            <a:extLst>
              <a:ext uri="{FF2B5EF4-FFF2-40B4-BE49-F238E27FC236}">
                <a16:creationId xmlns:a16="http://schemas.microsoft.com/office/drawing/2014/main" id="{7B764D66-77DB-2F5D-CF65-2635FD1538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652342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5F4A0F53-3E1A-CCD6-AAFD-93C1D6E51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>
            <a:extLst>
              <a:ext uri="{FF2B5EF4-FFF2-40B4-BE49-F238E27FC236}">
                <a16:creationId xmlns:a16="http://schemas.microsoft.com/office/drawing/2014/main" id="{768282C5-B70E-E157-F2A9-60B5AD2160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2:notes">
            <a:extLst>
              <a:ext uri="{FF2B5EF4-FFF2-40B4-BE49-F238E27FC236}">
                <a16:creationId xmlns:a16="http://schemas.microsoft.com/office/drawing/2014/main" id="{4F06128A-8AD2-1C7D-6CAB-C0BB50045E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99210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BCA8F417-A7F6-33E7-16D0-BD25A077C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>
            <a:extLst>
              <a:ext uri="{FF2B5EF4-FFF2-40B4-BE49-F238E27FC236}">
                <a16:creationId xmlns:a16="http://schemas.microsoft.com/office/drawing/2014/main" id="{1BA2C081-F40C-4F02-46C4-B53ED31596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2:notes">
            <a:extLst>
              <a:ext uri="{FF2B5EF4-FFF2-40B4-BE49-F238E27FC236}">
                <a16:creationId xmlns:a16="http://schemas.microsoft.com/office/drawing/2014/main" id="{1D1C9456-7C8A-C6E2-FFF9-7F7A1E35BF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300001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EADC9821-D917-9A72-8E97-0826A9C8E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>
            <a:extLst>
              <a:ext uri="{FF2B5EF4-FFF2-40B4-BE49-F238E27FC236}">
                <a16:creationId xmlns:a16="http://schemas.microsoft.com/office/drawing/2014/main" id="{EA21139D-60AC-F6A9-B13E-DE5C94B513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2:notes">
            <a:extLst>
              <a:ext uri="{FF2B5EF4-FFF2-40B4-BE49-F238E27FC236}">
                <a16:creationId xmlns:a16="http://schemas.microsoft.com/office/drawing/2014/main" id="{9883BDAE-BF1E-9351-065C-2CE89D451E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008382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0296974B-31B0-ACFC-C607-626BBD540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>
            <a:extLst>
              <a:ext uri="{FF2B5EF4-FFF2-40B4-BE49-F238E27FC236}">
                <a16:creationId xmlns:a16="http://schemas.microsoft.com/office/drawing/2014/main" id="{51F36FBF-6DA5-DC9B-027B-D45983358A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2:notes">
            <a:extLst>
              <a:ext uri="{FF2B5EF4-FFF2-40B4-BE49-F238E27FC236}">
                <a16:creationId xmlns:a16="http://schemas.microsoft.com/office/drawing/2014/main" id="{21C2F293-1AEA-947B-D1EA-CE4FC622C9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06550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dt" idx="10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ftr" idx="11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114300" y="123825"/>
            <a:ext cx="119507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114300" y="606424"/>
            <a:ext cx="11950700" cy="578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dt" idx="10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ftr" idx="11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dt" idx="10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ftr" idx="11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114300" y="123825"/>
            <a:ext cx="119507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114300" y="619124"/>
            <a:ext cx="5740400" cy="560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6324600" y="619124"/>
            <a:ext cx="5740400" cy="560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dt" idx="10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ftr" idx="11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114300" y="123825"/>
            <a:ext cx="119507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dt" idx="10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ftr" idx="11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dt" idx="10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ftr" idx="11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dt" idx="10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ftr" idx="11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sldNum" idx="12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>
            <a:spLocks noGrp="1"/>
          </p:cNvSpPr>
          <p:nvPr>
            <p:ph type="title"/>
          </p:nvPr>
        </p:nvSpPr>
        <p:spPr>
          <a:xfrm>
            <a:off x="114300" y="123825"/>
            <a:ext cx="119507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1"/>
          </p:nvPr>
        </p:nvSpPr>
        <p:spPr>
          <a:xfrm rot="5400000">
            <a:off x="3198812" y="-2478089"/>
            <a:ext cx="5781675" cy="119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dt" idx="10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ftr" idx="11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sldNum" idx="12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dt" idx="10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ftr" idx="11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ldNum" idx="12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114300" y="123825"/>
            <a:ext cx="119507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114300" y="606424"/>
            <a:ext cx="11950700" cy="578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dt" idx="10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ftr" idx="11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/>
              <a:t>Assignment 1 – Conceptual Modeling</a:t>
            </a:r>
            <a:endParaRPr dirty="0"/>
          </a:p>
        </p:txBody>
      </p:sp>
      <p:sp>
        <p:nvSpPr>
          <p:cNvPr id="76" name="Google Shape;76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Jamison Orton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January 25, 2026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U0802977</a:t>
            </a:r>
          </a:p>
          <a:p>
            <a:pPr marL="0" indent="0"/>
            <a:r>
              <a:rPr lang="en-US" dirty="0"/>
              <a:t>IS 6420: Database Theory and Design</a:t>
            </a:r>
            <a:endParaRPr lang="en-US" b="1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Bob’s Bookstore Database Conceptual Model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>
            <a:spLocks noGrp="1"/>
          </p:cNvSpPr>
          <p:nvPr>
            <p:ph type="title"/>
          </p:nvPr>
        </p:nvSpPr>
        <p:spPr>
          <a:xfrm>
            <a:off x="1286050" y="123825"/>
            <a:ext cx="107790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sz="2160" dirty="0"/>
              <a:t>Task 1 – Get user requirements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AC8A68-03EB-A31E-9136-09002D97DF99}"/>
              </a:ext>
            </a:extLst>
          </p:cNvPr>
          <p:cNvSpPr txBox="1"/>
          <p:nvPr/>
        </p:nvSpPr>
        <p:spPr>
          <a:xfrm>
            <a:off x="3437681" y="2152318"/>
            <a:ext cx="3067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Nothing to submit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42A026-194D-D81A-140A-9E3B36889D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39211150-6BD2-D67E-DB30-1E1977B83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>
            <a:extLst>
              <a:ext uri="{FF2B5EF4-FFF2-40B4-BE49-F238E27FC236}">
                <a16:creationId xmlns:a16="http://schemas.microsoft.com/office/drawing/2014/main" id="{1A668BCC-5C5D-AA44-9795-8B80014980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6050" y="123825"/>
            <a:ext cx="107790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sz="2160" dirty="0"/>
              <a:t>Task 2 – Identify Entity types</a:t>
            </a:r>
            <a:endParaRPr dirty="0"/>
          </a:p>
        </p:txBody>
      </p:sp>
      <p:sp>
        <p:nvSpPr>
          <p:cNvPr id="82" name="Google Shape;82;p2">
            <a:extLst>
              <a:ext uri="{FF2B5EF4-FFF2-40B4-BE49-F238E27FC236}">
                <a16:creationId xmlns:a16="http://schemas.microsoft.com/office/drawing/2014/main" id="{55B85BF2-6324-A349-A572-C59CC829BB2A}"/>
              </a:ext>
            </a:extLst>
          </p:cNvPr>
          <p:cNvSpPr/>
          <p:nvPr/>
        </p:nvSpPr>
        <p:spPr>
          <a:xfrm>
            <a:off x="8261555" y="1805639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" name="Google Shape;83;p2">
            <a:extLst>
              <a:ext uri="{FF2B5EF4-FFF2-40B4-BE49-F238E27FC236}">
                <a16:creationId xmlns:a16="http://schemas.microsoft.com/office/drawing/2014/main" id="{9F0B7088-02F4-6D71-BBB3-37CCBC646ADA}"/>
              </a:ext>
            </a:extLst>
          </p:cNvPr>
          <p:cNvGrpSpPr/>
          <p:nvPr/>
        </p:nvGrpSpPr>
        <p:grpSpPr>
          <a:xfrm>
            <a:off x="4495144" y="1219439"/>
            <a:ext cx="1497900" cy="586200"/>
            <a:chOff x="-2693116" y="2284388"/>
            <a:chExt cx="1497900" cy="586200"/>
          </a:xfrm>
        </p:grpSpPr>
        <p:sp>
          <p:nvSpPr>
            <p:cNvPr id="84" name="Google Shape;84;p2">
              <a:extLst>
                <a:ext uri="{FF2B5EF4-FFF2-40B4-BE49-F238E27FC236}">
                  <a16:creationId xmlns:a16="http://schemas.microsoft.com/office/drawing/2014/main" id="{B822B9E0-2E3F-FF00-AAE2-2ACC35065D0F}"/>
                </a:ext>
              </a:extLst>
            </p:cNvPr>
            <p:cNvSpPr/>
            <p:nvPr/>
          </p:nvSpPr>
          <p:spPr>
            <a:xfrm>
              <a:off x="-2693116" y="2284388"/>
              <a:ext cx="1497900" cy="5862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">
              <a:extLst>
                <a:ext uri="{FF2B5EF4-FFF2-40B4-BE49-F238E27FC236}">
                  <a16:creationId xmlns:a16="http://schemas.microsoft.com/office/drawing/2014/main" id="{1BAC28C8-E233-B56F-B15B-5F54E0D63453}"/>
                </a:ext>
              </a:extLst>
            </p:cNvPr>
            <p:cNvSpPr/>
            <p:nvPr/>
          </p:nvSpPr>
          <p:spPr>
            <a:xfrm>
              <a:off x="-2634718" y="2337521"/>
              <a:ext cx="1400100" cy="468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lvl="0" algn="ctr">
                <a:buSzPts val="1200"/>
              </a:pPr>
              <a:r>
                <a:rPr lang="en-US" sz="1200" dirty="0" err="1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Used_Copy</a:t>
              </a:r>
              <a:endParaRPr lang="en-US" dirty="0"/>
            </a:p>
          </p:txBody>
        </p:sp>
      </p:grpSp>
      <p:cxnSp>
        <p:nvCxnSpPr>
          <p:cNvPr id="86" name="Google Shape;86;p2">
            <a:extLst>
              <a:ext uri="{FF2B5EF4-FFF2-40B4-BE49-F238E27FC236}">
                <a16:creationId xmlns:a16="http://schemas.microsoft.com/office/drawing/2014/main" id="{060D9A6C-D7A3-7C1A-54AC-B79CAE5C64E4}"/>
              </a:ext>
            </a:extLst>
          </p:cNvPr>
          <p:cNvCxnSpPr>
            <a:cxnSpLocks/>
            <a:stCxn id="2" idx="0"/>
            <a:endCxn id="90" idx="4"/>
          </p:cNvCxnSpPr>
          <p:nvPr/>
        </p:nvCxnSpPr>
        <p:spPr>
          <a:xfrm flipV="1">
            <a:off x="2282484" y="2453848"/>
            <a:ext cx="0" cy="2590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90" name="Google Shape;90;p2">
            <a:extLst>
              <a:ext uri="{FF2B5EF4-FFF2-40B4-BE49-F238E27FC236}">
                <a16:creationId xmlns:a16="http://schemas.microsoft.com/office/drawing/2014/main" id="{0EAEBE95-907E-A4A2-03F7-3F64701EAC33}"/>
              </a:ext>
            </a:extLst>
          </p:cNvPr>
          <p:cNvSpPr/>
          <p:nvPr/>
        </p:nvSpPr>
        <p:spPr>
          <a:xfrm>
            <a:off x="2145684" y="2199748"/>
            <a:ext cx="273600" cy="254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82;p2">
            <a:extLst>
              <a:ext uri="{FF2B5EF4-FFF2-40B4-BE49-F238E27FC236}">
                <a16:creationId xmlns:a16="http://schemas.microsoft.com/office/drawing/2014/main" id="{948CA915-25AC-9505-6CCE-C74CF397DDCE}"/>
              </a:ext>
            </a:extLst>
          </p:cNvPr>
          <p:cNvSpPr/>
          <p:nvPr/>
        </p:nvSpPr>
        <p:spPr>
          <a:xfrm>
            <a:off x="1582434" y="2712863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Book</a:t>
            </a:r>
            <a:endParaRPr sz="1400" b="0" i="0" u="none" strike="noStrike" cap="none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2;p2">
            <a:extLst>
              <a:ext uri="{FF2B5EF4-FFF2-40B4-BE49-F238E27FC236}">
                <a16:creationId xmlns:a16="http://schemas.microsoft.com/office/drawing/2014/main" id="{8A66FDD3-A0BD-EA78-4AE1-E67908EC3E7E}"/>
              </a:ext>
            </a:extLst>
          </p:cNvPr>
          <p:cNvSpPr/>
          <p:nvPr/>
        </p:nvSpPr>
        <p:spPr>
          <a:xfrm>
            <a:off x="3479173" y="5301907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82;p2">
            <a:extLst>
              <a:ext uri="{FF2B5EF4-FFF2-40B4-BE49-F238E27FC236}">
                <a16:creationId xmlns:a16="http://schemas.microsoft.com/office/drawing/2014/main" id="{9CA1A816-A0A1-C7F4-CACD-0B23EFA087C4}"/>
              </a:ext>
            </a:extLst>
          </p:cNvPr>
          <p:cNvSpPr/>
          <p:nvPr/>
        </p:nvSpPr>
        <p:spPr>
          <a:xfrm>
            <a:off x="7830634" y="4833907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Drop_Shipper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82;p2">
            <a:extLst>
              <a:ext uri="{FF2B5EF4-FFF2-40B4-BE49-F238E27FC236}">
                <a16:creationId xmlns:a16="http://schemas.microsoft.com/office/drawing/2014/main" id="{B88FB8CE-8999-8E6E-5A5F-F422A248C160}"/>
              </a:ext>
            </a:extLst>
          </p:cNvPr>
          <p:cNvSpPr/>
          <p:nvPr/>
        </p:nvSpPr>
        <p:spPr>
          <a:xfrm>
            <a:off x="744592" y="1417113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New_Book</a:t>
            </a: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82;p2">
            <a:extLst>
              <a:ext uri="{FF2B5EF4-FFF2-40B4-BE49-F238E27FC236}">
                <a16:creationId xmlns:a16="http://schemas.microsoft.com/office/drawing/2014/main" id="{1A42A166-70B1-5D31-EA43-8995E6F844ED}"/>
              </a:ext>
            </a:extLst>
          </p:cNvPr>
          <p:cNvSpPr/>
          <p:nvPr/>
        </p:nvSpPr>
        <p:spPr>
          <a:xfrm>
            <a:off x="2365795" y="1393930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Used_Book</a:t>
            </a: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" name="Google Shape;86;p2">
            <a:extLst>
              <a:ext uri="{FF2B5EF4-FFF2-40B4-BE49-F238E27FC236}">
                <a16:creationId xmlns:a16="http://schemas.microsoft.com/office/drawing/2014/main" id="{B64B8FF2-858F-6888-2788-CF6DD1E59C9C}"/>
              </a:ext>
            </a:extLst>
          </p:cNvPr>
          <p:cNvCxnSpPr>
            <a:cxnSpLocks/>
            <a:stCxn id="90" idx="1"/>
            <a:endCxn id="6" idx="2"/>
          </p:cNvCxnSpPr>
          <p:nvPr/>
        </p:nvCxnSpPr>
        <p:spPr>
          <a:xfrm flipH="1" flipV="1">
            <a:off x="1444642" y="1885113"/>
            <a:ext cx="741110" cy="35184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3" name="Google Shape;86;p2">
            <a:extLst>
              <a:ext uri="{FF2B5EF4-FFF2-40B4-BE49-F238E27FC236}">
                <a16:creationId xmlns:a16="http://schemas.microsoft.com/office/drawing/2014/main" id="{A7D9BA63-F1D3-65C3-B86A-ACCAC069867B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2378224" y="1861930"/>
            <a:ext cx="687621" cy="36957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E02DF98-DC59-93E9-F587-E83DEF69A1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84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E8994E22-C94D-98C7-6FCE-939AF6BE3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>
            <a:extLst>
              <a:ext uri="{FF2B5EF4-FFF2-40B4-BE49-F238E27FC236}">
                <a16:creationId xmlns:a16="http://schemas.microsoft.com/office/drawing/2014/main" id="{7A7EE554-09ED-2737-4A9A-3F9BB24B46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6050" y="123825"/>
            <a:ext cx="107790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sz="2160" dirty="0"/>
              <a:t>Task 3 – Identify Relationship types</a:t>
            </a:r>
            <a:endParaRPr dirty="0"/>
          </a:p>
        </p:txBody>
      </p:sp>
      <p:sp>
        <p:nvSpPr>
          <p:cNvPr id="82" name="Google Shape;82;p2">
            <a:extLst>
              <a:ext uri="{FF2B5EF4-FFF2-40B4-BE49-F238E27FC236}">
                <a16:creationId xmlns:a16="http://schemas.microsoft.com/office/drawing/2014/main" id="{3321AB05-8FE6-9CA2-0075-F9B54EEB3A5F}"/>
              </a:ext>
            </a:extLst>
          </p:cNvPr>
          <p:cNvSpPr/>
          <p:nvPr/>
        </p:nvSpPr>
        <p:spPr>
          <a:xfrm>
            <a:off x="8571119" y="2478863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" name="Google Shape;83;p2">
            <a:extLst>
              <a:ext uri="{FF2B5EF4-FFF2-40B4-BE49-F238E27FC236}">
                <a16:creationId xmlns:a16="http://schemas.microsoft.com/office/drawing/2014/main" id="{24ED0D2E-E7F4-1407-B789-449EC646885C}"/>
              </a:ext>
            </a:extLst>
          </p:cNvPr>
          <p:cNvGrpSpPr/>
          <p:nvPr/>
        </p:nvGrpSpPr>
        <p:grpSpPr>
          <a:xfrm>
            <a:off x="6678469" y="490861"/>
            <a:ext cx="1497900" cy="586200"/>
            <a:chOff x="-2693116" y="2284388"/>
            <a:chExt cx="1497900" cy="586200"/>
          </a:xfrm>
        </p:grpSpPr>
        <p:sp>
          <p:nvSpPr>
            <p:cNvPr id="84" name="Google Shape;84;p2">
              <a:extLst>
                <a:ext uri="{FF2B5EF4-FFF2-40B4-BE49-F238E27FC236}">
                  <a16:creationId xmlns:a16="http://schemas.microsoft.com/office/drawing/2014/main" id="{BB62377B-9B01-2FF2-BE53-2F76D8791F4F}"/>
                </a:ext>
              </a:extLst>
            </p:cNvPr>
            <p:cNvSpPr/>
            <p:nvPr/>
          </p:nvSpPr>
          <p:spPr>
            <a:xfrm>
              <a:off x="-2693116" y="2284388"/>
              <a:ext cx="1497900" cy="5862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">
              <a:extLst>
                <a:ext uri="{FF2B5EF4-FFF2-40B4-BE49-F238E27FC236}">
                  <a16:creationId xmlns:a16="http://schemas.microsoft.com/office/drawing/2014/main" id="{9B79F9BA-1D55-481D-7694-8675D144662E}"/>
                </a:ext>
              </a:extLst>
            </p:cNvPr>
            <p:cNvSpPr/>
            <p:nvPr/>
          </p:nvSpPr>
          <p:spPr>
            <a:xfrm>
              <a:off x="-2634718" y="2337521"/>
              <a:ext cx="1400100" cy="468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 err="1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Used_Copy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" name="Google Shape;99;p2">
            <a:extLst>
              <a:ext uri="{FF2B5EF4-FFF2-40B4-BE49-F238E27FC236}">
                <a16:creationId xmlns:a16="http://schemas.microsoft.com/office/drawing/2014/main" id="{F3FFCF2D-CCF5-E2C3-CB06-3A749FF795F7}"/>
              </a:ext>
            </a:extLst>
          </p:cNvPr>
          <p:cNvGrpSpPr/>
          <p:nvPr/>
        </p:nvGrpSpPr>
        <p:grpSpPr>
          <a:xfrm>
            <a:off x="4506908" y="744909"/>
            <a:ext cx="1769830" cy="601664"/>
            <a:chOff x="259630" y="3076443"/>
            <a:chExt cx="2013000" cy="840900"/>
          </a:xfrm>
        </p:grpSpPr>
        <p:sp>
          <p:nvSpPr>
            <p:cNvPr id="100" name="Google Shape;100;p2">
              <a:extLst>
                <a:ext uri="{FF2B5EF4-FFF2-40B4-BE49-F238E27FC236}">
                  <a16:creationId xmlns:a16="http://schemas.microsoft.com/office/drawing/2014/main" id="{40F42AD1-F2B5-B6A6-1771-33D5EB738AC4}"/>
                </a:ext>
              </a:extLst>
            </p:cNvPr>
            <p:cNvSpPr/>
            <p:nvPr/>
          </p:nvSpPr>
          <p:spPr>
            <a:xfrm>
              <a:off x="259630" y="3076443"/>
              <a:ext cx="2013000" cy="8409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>
              <a:extLst>
                <a:ext uri="{FF2B5EF4-FFF2-40B4-BE49-F238E27FC236}">
                  <a16:creationId xmlns:a16="http://schemas.microsoft.com/office/drawing/2014/main" id="{ED5461A5-5836-F9C6-B2C9-77494BD97BA4}"/>
                </a:ext>
              </a:extLst>
            </p:cNvPr>
            <p:cNvSpPr/>
            <p:nvPr/>
          </p:nvSpPr>
          <p:spPr>
            <a:xfrm>
              <a:off x="370759" y="3128720"/>
              <a:ext cx="1790101" cy="735899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dirty="0"/>
                <a:t>Contains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CA0AA63D-3B56-EF4B-9ECC-C424887A9089}"/>
              </a:ext>
            </a:extLst>
          </p:cNvPr>
          <p:cNvSpPr/>
          <p:nvPr/>
        </p:nvSpPr>
        <p:spPr>
          <a:xfrm>
            <a:off x="695110" y="3620077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Shipped_By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2;p2">
            <a:extLst>
              <a:ext uri="{FF2B5EF4-FFF2-40B4-BE49-F238E27FC236}">
                <a16:creationId xmlns:a16="http://schemas.microsoft.com/office/drawing/2014/main" id="{18CE900A-3347-2964-0B4C-040A140862C4}"/>
              </a:ext>
            </a:extLst>
          </p:cNvPr>
          <p:cNvSpPr/>
          <p:nvPr/>
        </p:nvSpPr>
        <p:spPr>
          <a:xfrm>
            <a:off x="3479173" y="5301907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82;p2">
            <a:extLst>
              <a:ext uri="{FF2B5EF4-FFF2-40B4-BE49-F238E27FC236}">
                <a16:creationId xmlns:a16="http://schemas.microsoft.com/office/drawing/2014/main" id="{5C588E9E-5E7A-E8D5-571B-4099079E3D4F}"/>
              </a:ext>
            </a:extLst>
          </p:cNvPr>
          <p:cNvSpPr/>
          <p:nvPr/>
        </p:nvSpPr>
        <p:spPr>
          <a:xfrm>
            <a:off x="7830634" y="4833907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Drop_Shipper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" name="Google Shape;86;p2">
            <a:extLst>
              <a:ext uri="{FF2B5EF4-FFF2-40B4-BE49-F238E27FC236}">
                <a16:creationId xmlns:a16="http://schemas.microsoft.com/office/drawing/2014/main" id="{222E9E12-58ED-A34B-FDAD-884F2262C1D2}"/>
              </a:ext>
            </a:extLst>
          </p:cNvPr>
          <p:cNvCxnSpPr>
            <a:cxnSpLocks/>
            <a:stCxn id="14" idx="0"/>
            <a:endCxn id="13" idx="4"/>
          </p:cNvCxnSpPr>
          <p:nvPr/>
        </p:nvCxnSpPr>
        <p:spPr>
          <a:xfrm flipV="1">
            <a:off x="2779123" y="2778326"/>
            <a:ext cx="0" cy="2590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3" name="Google Shape;90;p2">
            <a:extLst>
              <a:ext uri="{FF2B5EF4-FFF2-40B4-BE49-F238E27FC236}">
                <a16:creationId xmlns:a16="http://schemas.microsoft.com/office/drawing/2014/main" id="{7A17B163-8103-A22D-66BA-E8AF38544CC5}"/>
              </a:ext>
            </a:extLst>
          </p:cNvPr>
          <p:cNvSpPr/>
          <p:nvPr/>
        </p:nvSpPr>
        <p:spPr>
          <a:xfrm>
            <a:off x="2642323" y="2524226"/>
            <a:ext cx="273600" cy="254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2;p2">
            <a:extLst>
              <a:ext uri="{FF2B5EF4-FFF2-40B4-BE49-F238E27FC236}">
                <a16:creationId xmlns:a16="http://schemas.microsoft.com/office/drawing/2014/main" id="{A6E06739-8381-37F9-6540-ADAE8DE157F1}"/>
              </a:ext>
            </a:extLst>
          </p:cNvPr>
          <p:cNvSpPr/>
          <p:nvPr/>
        </p:nvSpPr>
        <p:spPr>
          <a:xfrm>
            <a:off x="2079073" y="3037341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Book</a:t>
            </a:r>
            <a:endParaRPr sz="1400" b="0" i="0" u="none" strike="noStrike" cap="none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82;p2">
            <a:extLst>
              <a:ext uri="{FF2B5EF4-FFF2-40B4-BE49-F238E27FC236}">
                <a16:creationId xmlns:a16="http://schemas.microsoft.com/office/drawing/2014/main" id="{C9CFAF63-38DF-EFD4-772A-DD9F58F12C12}"/>
              </a:ext>
            </a:extLst>
          </p:cNvPr>
          <p:cNvSpPr/>
          <p:nvPr/>
        </p:nvSpPr>
        <p:spPr>
          <a:xfrm>
            <a:off x="1241231" y="1741591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New_Book</a:t>
            </a: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82;p2">
            <a:extLst>
              <a:ext uri="{FF2B5EF4-FFF2-40B4-BE49-F238E27FC236}">
                <a16:creationId xmlns:a16="http://schemas.microsoft.com/office/drawing/2014/main" id="{85C59AFC-7E56-9F4D-01F7-CD3C85CBC3FC}"/>
              </a:ext>
            </a:extLst>
          </p:cNvPr>
          <p:cNvSpPr/>
          <p:nvPr/>
        </p:nvSpPr>
        <p:spPr>
          <a:xfrm>
            <a:off x="2862434" y="1718408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Used_Book</a:t>
            </a: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Google Shape;86;p2">
            <a:extLst>
              <a:ext uri="{FF2B5EF4-FFF2-40B4-BE49-F238E27FC236}">
                <a16:creationId xmlns:a16="http://schemas.microsoft.com/office/drawing/2014/main" id="{F6BB0541-A9DF-7A95-7F7B-0FF1357A9568}"/>
              </a:ext>
            </a:extLst>
          </p:cNvPr>
          <p:cNvCxnSpPr>
            <a:cxnSpLocks/>
            <a:stCxn id="13" idx="1"/>
            <a:endCxn id="15" idx="2"/>
          </p:cNvCxnSpPr>
          <p:nvPr/>
        </p:nvCxnSpPr>
        <p:spPr>
          <a:xfrm flipH="1" flipV="1">
            <a:off x="1941281" y="2209591"/>
            <a:ext cx="741110" cy="35184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8" name="Google Shape;86;p2">
            <a:extLst>
              <a:ext uri="{FF2B5EF4-FFF2-40B4-BE49-F238E27FC236}">
                <a16:creationId xmlns:a16="http://schemas.microsoft.com/office/drawing/2014/main" id="{A994344F-5025-30FD-75CD-4393F4D75815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2874863" y="2186408"/>
            <a:ext cx="687621" cy="36957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9" name="Google Shape;103;p2">
            <a:extLst>
              <a:ext uri="{FF2B5EF4-FFF2-40B4-BE49-F238E27FC236}">
                <a16:creationId xmlns:a16="http://schemas.microsoft.com/office/drawing/2014/main" id="{D9B9BF50-06A8-300B-7D67-0EC1389C9DB0}"/>
              </a:ext>
            </a:extLst>
          </p:cNvPr>
          <p:cNvSpPr/>
          <p:nvPr/>
        </p:nvSpPr>
        <p:spPr>
          <a:xfrm>
            <a:off x="5053457" y="2555986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Written_By</a:t>
            </a: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86;p2">
            <a:extLst>
              <a:ext uri="{FF2B5EF4-FFF2-40B4-BE49-F238E27FC236}">
                <a16:creationId xmlns:a16="http://schemas.microsoft.com/office/drawing/2014/main" id="{7FB89765-1773-82FE-BBE7-ABB26871ACAA}"/>
              </a:ext>
            </a:extLst>
          </p:cNvPr>
          <p:cNvCxnSpPr>
            <a:cxnSpLocks/>
            <a:stCxn id="32" idx="0"/>
            <a:endCxn id="14" idx="2"/>
          </p:cNvCxnSpPr>
          <p:nvPr/>
        </p:nvCxnSpPr>
        <p:spPr>
          <a:xfrm flipV="1">
            <a:off x="2579130" y="3505341"/>
            <a:ext cx="199993" cy="9708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23" name="Google Shape;86;p2">
            <a:extLst>
              <a:ext uri="{FF2B5EF4-FFF2-40B4-BE49-F238E27FC236}">
                <a16:creationId xmlns:a16="http://schemas.microsoft.com/office/drawing/2014/main" id="{CDBAFC2B-F775-4E50-ACAC-673ABDA599A8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2431466" y="4887166"/>
            <a:ext cx="1047707" cy="64874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25" name="Google Shape;86;p2">
            <a:extLst>
              <a:ext uri="{FF2B5EF4-FFF2-40B4-BE49-F238E27FC236}">
                <a16:creationId xmlns:a16="http://schemas.microsoft.com/office/drawing/2014/main" id="{0A1A70B4-5853-6B27-C1B5-1F0C559AF8AE}"/>
              </a:ext>
            </a:extLst>
          </p:cNvPr>
          <p:cNvCxnSpPr>
            <a:cxnSpLocks/>
            <a:stCxn id="14" idx="3"/>
            <a:endCxn id="19" idx="1"/>
          </p:cNvCxnSpPr>
          <p:nvPr/>
        </p:nvCxnSpPr>
        <p:spPr>
          <a:xfrm flipV="1">
            <a:off x="3479173" y="2837686"/>
            <a:ext cx="1574284" cy="43365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28" name="Google Shape;86;p2">
            <a:extLst>
              <a:ext uri="{FF2B5EF4-FFF2-40B4-BE49-F238E27FC236}">
                <a16:creationId xmlns:a16="http://schemas.microsoft.com/office/drawing/2014/main" id="{FAAB7B74-C47D-10E0-D6FC-E04651AA52F7}"/>
              </a:ext>
            </a:extLst>
          </p:cNvPr>
          <p:cNvCxnSpPr>
            <a:cxnSpLocks/>
            <a:stCxn id="82" idx="1"/>
            <a:endCxn id="19" idx="3"/>
          </p:cNvCxnSpPr>
          <p:nvPr/>
        </p:nvCxnSpPr>
        <p:spPr>
          <a:xfrm flipH="1">
            <a:off x="6843557" y="2712863"/>
            <a:ext cx="1727562" cy="12482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32" name="Google Shape;103;p2">
            <a:extLst>
              <a:ext uri="{FF2B5EF4-FFF2-40B4-BE49-F238E27FC236}">
                <a16:creationId xmlns:a16="http://schemas.microsoft.com/office/drawing/2014/main" id="{7B431A00-606E-A86F-33B3-485892C3FEA8}"/>
              </a:ext>
            </a:extLst>
          </p:cNvPr>
          <p:cNvSpPr/>
          <p:nvPr/>
        </p:nvSpPr>
        <p:spPr>
          <a:xfrm>
            <a:off x="1684080" y="4476166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Appears_In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" name="Google Shape;86;p2">
            <a:extLst>
              <a:ext uri="{FF2B5EF4-FFF2-40B4-BE49-F238E27FC236}">
                <a16:creationId xmlns:a16="http://schemas.microsoft.com/office/drawing/2014/main" id="{F7ED16AB-A496-6648-4FB3-6A6ACFA98721}"/>
              </a:ext>
            </a:extLst>
          </p:cNvPr>
          <p:cNvCxnSpPr>
            <a:cxnSpLocks/>
            <a:stCxn id="15" idx="2"/>
            <a:endCxn id="103" idx="1"/>
          </p:cNvCxnSpPr>
          <p:nvPr/>
        </p:nvCxnSpPr>
        <p:spPr>
          <a:xfrm flipH="1">
            <a:off x="695110" y="2209591"/>
            <a:ext cx="1246171" cy="169218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38" name="Google Shape;86;p2">
            <a:extLst>
              <a:ext uri="{FF2B5EF4-FFF2-40B4-BE49-F238E27FC236}">
                <a16:creationId xmlns:a16="http://schemas.microsoft.com/office/drawing/2014/main" id="{85F89B18-891D-2ABC-D99A-0008C669D491}"/>
              </a:ext>
            </a:extLst>
          </p:cNvPr>
          <p:cNvCxnSpPr>
            <a:cxnSpLocks/>
            <a:stCxn id="103" idx="3"/>
            <a:endCxn id="5" idx="1"/>
          </p:cNvCxnSpPr>
          <p:nvPr/>
        </p:nvCxnSpPr>
        <p:spPr>
          <a:xfrm>
            <a:off x="2485210" y="3901777"/>
            <a:ext cx="5345424" cy="116613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44" name="Google Shape;86;p2">
            <a:extLst>
              <a:ext uri="{FF2B5EF4-FFF2-40B4-BE49-F238E27FC236}">
                <a16:creationId xmlns:a16="http://schemas.microsoft.com/office/drawing/2014/main" id="{128BEF1F-1179-C97B-F361-4D3BFC5330AF}"/>
              </a:ext>
            </a:extLst>
          </p:cNvPr>
          <p:cNvCxnSpPr>
            <a:cxnSpLocks/>
            <a:stCxn id="16" idx="0"/>
            <a:endCxn id="100" idx="1"/>
          </p:cNvCxnSpPr>
          <p:nvPr/>
        </p:nvCxnSpPr>
        <p:spPr>
          <a:xfrm flipV="1">
            <a:off x="3562484" y="1045741"/>
            <a:ext cx="944424" cy="67266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47" name="Google Shape;86;p2">
            <a:extLst>
              <a:ext uri="{FF2B5EF4-FFF2-40B4-BE49-F238E27FC236}">
                <a16:creationId xmlns:a16="http://schemas.microsoft.com/office/drawing/2014/main" id="{E7640858-4B5B-899C-C8D5-168481334D36}"/>
              </a:ext>
            </a:extLst>
          </p:cNvPr>
          <p:cNvCxnSpPr>
            <a:cxnSpLocks/>
            <a:stCxn id="100" idx="3"/>
            <a:endCxn id="84" idx="1"/>
          </p:cNvCxnSpPr>
          <p:nvPr/>
        </p:nvCxnSpPr>
        <p:spPr>
          <a:xfrm flipV="1">
            <a:off x="6276738" y="783961"/>
            <a:ext cx="401731" cy="2617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8055D95A-0065-C388-7A77-BDFDE7B6A9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931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3B2510F9-F296-0F34-43A1-A3D5BED86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>
            <a:extLst>
              <a:ext uri="{FF2B5EF4-FFF2-40B4-BE49-F238E27FC236}">
                <a16:creationId xmlns:a16="http://schemas.microsoft.com/office/drawing/2014/main" id="{2D8492E7-4532-0F00-33E5-0E6D5C0B9E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6050" y="123825"/>
            <a:ext cx="107790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sz="2160" dirty="0"/>
              <a:t>Task 4 – Identify Attributes for All Entity and Relationship types</a:t>
            </a:r>
            <a:endParaRPr dirty="0"/>
          </a:p>
        </p:txBody>
      </p:sp>
      <p:sp>
        <p:nvSpPr>
          <p:cNvPr id="82" name="Google Shape;82;p2">
            <a:extLst>
              <a:ext uri="{FF2B5EF4-FFF2-40B4-BE49-F238E27FC236}">
                <a16:creationId xmlns:a16="http://schemas.microsoft.com/office/drawing/2014/main" id="{809F4666-7C11-94E7-8855-B3E6B4813CE1}"/>
              </a:ext>
            </a:extLst>
          </p:cNvPr>
          <p:cNvSpPr/>
          <p:nvPr/>
        </p:nvSpPr>
        <p:spPr>
          <a:xfrm>
            <a:off x="8571119" y="2478863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" name="Google Shape;83;p2">
            <a:extLst>
              <a:ext uri="{FF2B5EF4-FFF2-40B4-BE49-F238E27FC236}">
                <a16:creationId xmlns:a16="http://schemas.microsoft.com/office/drawing/2014/main" id="{D3321BDF-D051-DC1D-6981-78C9684D042D}"/>
              </a:ext>
            </a:extLst>
          </p:cNvPr>
          <p:cNvGrpSpPr/>
          <p:nvPr/>
        </p:nvGrpSpPr>
        <p:grpSpPr>
          <a:xfrm>
            <a:off x="6678469" y="490861"/>
            <a:ext cx="1497900" cy="586200"/>
            <a:chOff x="-2693116" y="2284388"/>
            <a:chExt cx="1497900" cy="586200"/>
          </a:xfrm>
        </p:grpSpPr>
        <p:sp>
          <p:nvSpPr>
            <p:cNvPr id="84" name="Google Shape;84;p2">
              <a:extLst>
                <a:ext uri="{FF2B5EF4-FFF2-40B4-BE49-F238E27FC236}">
                  <a16:creationId xmlns:a16="http://schemas.microsoft.com/office/drawing/2014/main" id="{43E1DDF4-56AE-6C0D-BE09-CF9029E36927}"/>
                </a:ext>
              </a:extLst>
            </p:cNvPr>
            <p:cNvSpPr/>
            <p:nvPr/>
          </p:nvSpPr>
          <p:spPr>
            <a:xfrm>
              <a:off x="-2693116" y="2284388"/>
              <a:ext cx="1497900" cy="5862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">
              <a:extLst>
                <a:ext uri="{FF2B5EF4-FFF2-40B4-BE49-F238E27FC236}">
                  <a16:creationId xmlns:a16="http://schemas.microsoft.com/office/drawing/2014/main" id="{97BD218C-030B-3F24-9483-6E902EE1679D}"/>
                </a:ext>
              </a:extLst>
            </p:cNvPr>
            <p:cNvSpPr/>
            <p:nvPr/>
          </p:nvSpPr>
          <p:spPr>
            <a:xfrm>
              <a:off x="-2634718" y="2337521"/>
              <a:ext cx="1400100" cy="468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 err="1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Used_Copy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E6AA2824-027B-E498-F0F5-D2E04B7226BD}"/>
              </a:ext>
            </a:extLst>
          </p:cNvPr>
          <p:cNvSpPr/>
          <p:nvPr/>
        </p:nvSpPr>
        <p:spPr>
          <a:xfrm>
            <a:off x="4438883" y="3963522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ISBN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>
            <a:extLst>
              <a:ext uri="{FF2B5EF4-FFF2-40B4-BE49-F238E27FC236}">
                <a16:creationId xmlns:a16="http://schemas.microsoft.com/office/drawing/2014/main" id="{53025F79-17B2-7C9C-C86C-D5879317E019}"/>
              </a:ext>
            </a:extLst>
          </p:cNvPr>
          <p:cNvSpPr/>
          <p:nvPr/>
        </p:nvSpPr>
        <p:spPr>
          <a:xfrm>
            <a:off x="10188350" y="2837686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82950D59-B5E7-9513-999E-56AC754D3199}"/>
              </a:ext>
            </a:extLst>
          </p:cNvPr>
          <p:cNvGrpSpPr/>
          <p:nvPr/>
        </p:nvGrpSpPr>
        <p:grpSpPr>
          <a:xfrm>
            <a:off x="5764364" y="2844503"/>
            <a:ext cx="1413035" cy="512235"/>
            <a:chOff x="556313" y="4827396"/>
            <a:chExt cx="1236900" cy="730200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E437C2EC-68E4-B14C-4392-6425875D7025}"/>
                </a:ext>
              </a:extLst>
            </p:cNvPr>
            <p:cNvSpPr/>
            <p:nvPr/>
          </p:nvSpPr>
          <p:spPr>
            <a:xfrm>
              <a:off x="556313" y="4827396"/>
              <a:ext cx="1236900" cy="7302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4535234B-4825-B341-8103-6C4C586CB9DD}"/>
                </a:ext>
              </a:extLst>
            </p:cNvPr>
            <p:cNvSpPr/>
            <p:nvPr/>
          </p:nvSpPr>
          <p:spPr>
            <a:xfrm>
              <a:off x="630975" y="4909162"/>
              <a:ext cx="1087500" cy="5673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Tag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" name="Google Shape;99;p2">
            <a:extLst>
              <a:ext uri="{FF2B5EF4-FFF2-40B4-BE49-F238E27FC236}">
                <a16:creationId xmlns:a16="http://schemas.microsoft.com/office/drawing/2014/main" id="{21E143A6-A1A4-3108-3B45-B0A26B7C2DBB}"/>
              </a:ext>
            </a:extLst>
          </p:cNvPr>
          <p:cNvGrpSpPr/>
          <p:nvPr/>
        </p:nvGrpSpPr>
        <p:grpSpPr>
          <a:xfrm>
            <a:off x="4506908" y="744909"/>
            <a:ext cx="1769830" cy="601664"/>
            <a:chOff x="259630" y="3076443"/>
            <a:chExt cx="2013000" cy="840900"/>
          </a:xfrm>
        </p:grpSpPr>
        <p:sp>
          <p:nvSpPr>
            <p:cNvPr id="100" name="Google Shape;100;p2">
              <a:extLst>
                <a:ext uri="{FF2B5EF4-FFF2-40B4-BE49-F238E27FC236}">
                  <a16:creationId xmlns:a16="http://schemas.microsoft.com/office/drawing/2014/main" id="{B4A61ACE-138D-43D6-D655-71865BB22160}"/>
                </a:ext>
              </a:extLst>
            </p:cNvPr>
            <p:cNvSpPr/>
            <p:nvPr/>
          </p:nvSpPr>
          <p:spPr>
            <a:xfrm>
              <a:off x="259630" y="3076443"/>
              <a:ext cx="2013000" cy="8409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>
              <a:extLst>
                <a:ext uri="{FF2B5EF4-FFF2-40B4-BE49-F238E27FC236}">
                  <a16:creationId xmlns:a16="http://schemas.microsoft.com/office/drawing/2014/main" id="{7096EC4D-19ED-8C95-A8A4-30CCA369A839}"/>
                </a:ext>
              </a:extLst>
            </p:cNvPr>
            <p:cNvSpPr/>
            <p:nvPr/>
          </p:nvSpPr>
          <p:spPr>
            <a:xfrm>
              <a:off x="370759" y="3128720"/>
              <a:ext cx="1790101" cy="735899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dirty="0"/>
                <a:t>Contains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C7F618D5-3678-3577-D765-46994D580E33}"/>
              </a:ext>
            </a:extLst>
          </p:cNvPr>
          <p:cNvSpPr/>
          <p:nvPr/>
        </p:nvSpPr>
        <p:spPr>
          <a:xfrm>
            <a:off x="664170" y="3958200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Shipped_By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2;p2">
            <a:extLst>
              <a:ext uri="{FF2B5EF4-FFF2-40B4-BE49-F238E27FC236}">
                <a16:creationId xmlns:a16="http://schemas.microsoft.com/office/drawing/2014/main" id="{08479D97-4320-8781-543C-451A00CC74DF}"/>
              </a:ext>
            </a:extLst>
          </p:cNvPr>
          <p:cNvSpPr/>
          <p:nvPr/>
        </p:nvSpPr>
        <p:spPr>
          <a:xfrm>
            <a:off x="3562484" y="5960994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82;p2">
            <a:extLst>
              <a:ext uri="{FF2B5EF4-FFF2-40B4-BE49-F238E27FC236}">
                <a16:creationId xmlns:a16="http://schemas.microsoft.com/office/drawing/2014/main" id="{E7309E48-041D-FC6A-1537-F1A06E9C4336}"/>
              </a:ext>
            </a:extLst>
          </p:cNvPr>
          <p:cNvSpPr/>
          <p:nvPr/>
        </p:nvSpPr>
        <p:spPr>
          <a:xfrm>
            <a:off x="7830634" y="4833907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Drop_Shipper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" name="Google Shape;86;p2">
            <a:extLst>
              <a:ext uri="{FF2B5EF4-FFF2-40B4-BE49-F238E27FC236}">
                <a16:creationId xmlns:a16="http://schemas.microsoft.com/office/drawing/2014/main" id="{584B03EC-6F27-AEB6-0915-A9642D108BDA}"/>
              </a:ext>
            </a:extLst>
          </p:cNvPr>
          <p:cNvCxnSpPr>
            <a:cxnSpLocks/>
            <a:stCxn id="14" idx="1"/>
            <a:endCxn id="13" idx="4"/>
          </p:cNvCxnSpPr>
          <p:nvPr/>
        </p:nvCxnSpPr>
        <p:spPr>
          <a:xfrm flipH="1" flipV="1">
            <a:off x="1778542" y="3248865"/>
            <a:ext cx="300531" cy="2247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3" name="Google Shape;90;p2">
            <a:extLst>
              <a:ext uri="{FF2B5EF4-FFF2-40B4-BE49-F238E27FC236}">
                <a16:creationId xmlns:a16="http://schemas.microsoft.com/office/drawing/2014/main" id="{EC18FD4B-C476-E829-38F0-86E28EE0CF5E}"/>
              </a:ext>
            </a:extLst>
          </p:cNvPr>
          <p:cNvSpPr/>
          <p:nvPr/>
        </p:nvSpPr>
        <p:spPr>
          <a:xfrm>
            <a:off x="1641742" y="2994765"/>
            <a:ext cx="273600" cy="254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2;p2">
            <a:extLst>
              <a:ext uri="{FF2B5EF4-FFF2-40B4-BE49-F238E27FC236}">
                <a16:creationId xmlns:a16="http://schemas.microsoft.com/office/drawing/2014/main" id="{FE97C83B-95C7-947B-E58A-E41A416230CC}"/>
              </a:ext>
            </a:extLst>
          </p:cNvPr>
          <p:cNvSpPr/>
          <p:nvPr/>
        </p:nvSpPr>
        <p:spPr>
          <a:xfrm>
            <a:off x="2079073" y="3037341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Book</a:t>
            </a:r>
            <a:endParaRPr sz="1400" b="0" i="0" u="none" strike="noStrike" cap="none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82;p2">
            <a:extLst>
              <a:ext uri="{FF2B5EF4-FFF2-40B4-BE49-F238E27FC236}">
                <a16:creationId xmlns:a16="http://schemas.microsoft.com/office/drawing/2014/main" id="{63DC7CBF-B1CB-5D09-5132-91BEDFC82981}"/>
              </a:ext>
            </a:extLst>
          </p:cNvPr>
          <p:cNvSpPr/>
          <p:nvPr/>
        </p:nvSpPr>
        <p:spPr>
          <a:xfrm>
            <a:off x="662808" y="1991790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New_Book</a:t>
            </a: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82;p2">
            <a:extLst>
              <a:ext uri="{FF2B5EF4-FFF2-40B4-BE49-F238E27FC236}">
                <a16:creationId xmlns:a16="http://schemas.microsoft.com/office/drawing/2014/main" id="{88D53872-6D7F-0729-429C-751ED28F2040}"/>
              </a:ext>
            </a:extLst>
          </p:cNvPr>
          <p:cNvSpPr/>
          <p:nvPr/>
        </p:nvSpPr>
        <p:spPr>
          <a:xfrm>
            <a:off x="2779123" y="1507712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Used_Book</a:t>
            </a: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Google Shape;86;p2">
            <a:extLst>
              <a:ext uri="{FF2B5EF4-FFF2-40B4-BE49-F238E27FC236}">
                <a16:creationId xmlns:a16="http://schemas.microsoft.com/office/drawing/2014/main" id="{6BB45C8E-40D1-835A-3197-F41B0B06C24C}"/>
              </a:ext>
            </a:extLst>
          </p:cNvPr>
          <p:cNvCxnSpPr>
            <a:cxnSpLocks/>
            <a:stCxn id="13" idx="1"/>
            <a:endCxn id="15" idx="2"/>
          </p:cNvCxnSpPr>
          <p:nvPr/>
        </p:nvCxnSpPr>
        <p:spPr>
          <a:xfrm flipH="1" flipV="1">
            <a:off x="1362858" y="2459790"/>
            <a:ext cx="318952" cy="5721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8" name="Google Shape;86;p2">
            <a:extLst>
              <a:ext uri="{FF2B5EF4-FFF2-40B4-BE49-F238E27FC236}">
                <a16:creationId xmlns:a16="http://schemas.microsoft.com/office/drawing/2014/main" id="{9E97C53B-CA9C-C1BC-84D9-D2327D11669F}"/>
              </a:ext>
            </a:extLst>
          </p:cNvPr>
          <p:cNvCxnSpPr>
            <a:cxnSpLocks/>
            <a:stCxn id="16" idx="2"/>
            <a:endCxn id="13" idx="7"/>
          </p:cNvCxnSpPr>
          <p:nvPr/>
        </p:nvCxnSpPr>
        <p:spPr>
          <a:xfrm flipH="1">
            <a:off x="1875274" y="1975712"/>
            <a:ext cx="1603899" cy="105626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9" name="Google Shape;103;p2">
            <a:extLst>
              <a:ext uri="{FF2B5EF4-FFF2-40B4-BE49-F238E27FC236}">
                <a16:creationId xmlns:a16="http://schemas.microsoft.com/office/drawing/2014/main" id="{D5BB5AA8-C008-607D-ACA0-2ECDE1E1FAD0}"/>
              </a:ext>
            </a:extLst>
          </p:cNvPr>
          <p:cNvSpPr/>
          <p:nvPr/>
        </p:nvSpPr>
        <p:spPr>
          <a:xfrm>
            <a:off x="4848073" y="1501215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Written_By</a:t>
            </a: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86;p2">
            <a:extLst>
              <a:ext uri="{FF2B5EF4-FFF2-40B4-BE49-F238E27FC236}">
                <a16:creationId xmlns:a16="http://schemas.microsoft.com/office/drawing/2014/main" id="{E6FB82F6-1C0F-CB02-A275-04B752DA312D}"/>
              </a:ext>
            </a:extLst>
          </p:cNvPr>
          <p:cNvCxnSpPr>
            <a:cxnSpLocks/>
            <a:stCxn id="32" idx="0"/>
            <a:endCxn id="14" idx="2"/>
          </p:cNvCxnSpPr>
          <p:nvPr/>
        </p:nvCxnSpPr>
        <p:spPr>
          <a:xfrm flipV="1">
            <a:off x="2079073" y="3505341"/>
            <a:ext cx="700050" cy="208620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23" name="Google Shape;86;p2">
            <a:extLst>
              <a:ext uri="{FF2B5EF4-FFF2-40B4-BE49-F238E27FC236}">
                <a16:creationId xmlns:a16="http://schemas.microsoft.com/office/drawing/2014/main" id="{FF7F346A-DED9-A992-5400-55284789F98A}"/>
              </a:ext>
            </a:extLst>
          </p:cNvPr>
          <p:cNvCxnSpPr>
            <a:cxnSpLocks/>
            <a:stCxn id="4" idx="1"/>
            <a:endCxn id="32" idx="3"/>
          </p:cNvCxnSpPr>
          <p:nvPr/>
        </p:nvCxnSpPr>
        <p:spPr>
          <a:xfrm flipH="1" flipV="1">
            <a:off x="2974123" y="5873250"/>
            <a:ext cx="588361" cy="32174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25" name="Google Shape;86;p2">
            <a:extLst>
              <a:ext uri="{FF2B5EF4-FFF2-40B4-BE49-F238E27FC236}">
                <a16:creationId xmlns:a16="http://schemas.microsoft.com/office/drawing/2014/main" id="{77155E5C-2028-CE44-CD7A-8A5FD06D6370}"/>
              </a:ext>
            </a:extLst>
          </p:cNvPr>
          <p:cNvCxnSpPr>
            <a:cxnSpLocks/>
            <a:stCxn id="14" idx="0"/>
            <a:endCxn id="19" idx="1"/>
          </p:cNvCxnSpPr>
          <p:nvPr/>
        </p:nvCxnSpPr>
        <p:spPr>
          <a:xfrm flipV="1">
            <a:off x="2779123" y="1782915"/>
            <a:ext cx="2068950" cy="125442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28" name="Google Shape;86;p2">
            <a:extLst>
              <a:ext uri="{FF2B5EF4-FFF2-40B4-BE49-F238E27FC236}">
                <a16:creationId xmlns:a16="http://schemas.microsoft.com/office/drawing/2014/main" id="{513BF530-4D0F-AF91-3752-ACBFC14AEF13}"/>
              </a:ext>
            </a:extLst>
          </p:cNvPr>
          <p:cNvCxnSpPr>
            <a:cxnSpLocks/>
            <a:stCxn id="82" idx="1"/>
            <a:endCxn id="19" idx="3"/>
          </p:cNvCxnSpPr>
          <p:nvPr/>
        </p:nvCxnSpPr>
        <p:spPr>
          <a:xfrm flipH="1" flipV="1">
            <a:off x="6638173" y="1782915"/>
            <a:ext cx="1932946" cy="9299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32" name="Google Shape;103;p2">
            <a:extLst>
              <a:ext uri="{FF2B5EF4-FFF2-40B4-BE49-F238E27FC236}">
                <a16:creationId xmlns:a16="http://schemas.microsoft.com/office/drawing/2014/main" id="{8894F84C-E635-9790-09A8-5A3E4493EAED}"/>
              </a:ext>
            </a:extLst>
          </p:cNvPr>
          <p:cNvSpPr/>
          <p:nvPr/>
        </p:nvSpPr>
        <p:spPr>
          <a:xfrm>
            <a:off x="1184023" y="5591550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Appears_In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" name="Google Shape;86;p2">
            <a:extLst>
              <a:ext uri="{FF2B5EF4-FFF2-40B4-BE49-F238E27FC236}">
                <a16:creationId xmlns:a16="http://schemas.microsoft.com/office/drawing/2014/main" id="{34FC5934-F77D-581B-8F26-FA1604DD364D}"/>
              </a:ext>
            </a:extLst>
          </p:cNvPr>
          <p:cNvCxnSpPr>
            <a:cxnSpLocks/>
            <a:stCxn id="15" idx="2"/>
            <a:endCxn id="103" idx="1"/>
          </p:cNvCxnSpPr>
          <p:nvPr/>
        </p:nvCxnSpPr>
        <p:spPr>
          <a:xfrm flipH="1">
            <a:off x="664170" y="2459790"/>
            <a:ext cx="698688" cy="178011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38" name="Google Shape;86;p2">
            <a:extLst>
              <a:ext uri="{FF2B5EF4-FFF2-40B4-BE49-F238E27FC236}">
                <a16:creationId xmlns:a16="http://schemas.microsoft.com/office/drawing/2014/main" id="{E4A5D3E4-457A-EFE3-FE0F-2BA67A7D1E24}"/>
              </a:ext>
            </a:extLst>
          </p:cNvPr>
          <p:cNvCxnSpPr>
            <a:cxnSpLocks/>
            <a:stCxn id="103" idx="3"/>
            <a:endCxn id="5" idx="1"/>
          </p:cNvCxnSpPr>
          <p:nvPr/>
        </p:nvCxnSpPr>
        <p:spPr>
          <a:xfrm>
            <a:off x="2454270" y="4239900"/>
            <a:ext cx="5376364" cy="82800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44" name="Google Shape;86;p2">
            <a:extLst>
              <a:ext uri="{FF2B5EF4-FFF2-40B4-BE49-F238E27FC236}">
                <a16:creationId xmlns:a16="http://schemas.microsoft.com/office/drawing/2014/main" id="{907ECFA6-A60D-B1E3-AFBA-C8A5B5421D38}"/>
              </a:ext>
            </a:extLst>
          </p:cNvPr>
          <p:cNvCxnSpPr>
            <a:cxnSpLocks/>
            <a:stCxn id="16" idx="0"/>
            <a:endCxn id="100" idx="1"/>
          </p:cNvCxnSpPr>
          <p:nvPr/>
        </p:nvCxnSpPr>
        <p:spPr>
          <a:xfrm flipV="1">
            <a:off x="3479173" y="1045741"/>
            <a:ext cx="1027735" cy="46197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47" name="Google Shape;86;p2">
            <a:extLst>
              <a:ext uri="{FF2B5EF4-FFF2-40B4-BE49-F238E27FC236}">
                <a16:creationId xmlns:a16="http://schemas.microsoft.com/office/drawing/2014/main" id="{AF746C76-BBDC-AEF2-2FA7-99AF1E75F8F7}"/>
              </a:ext>
            </a:extLst>
          </p:cNvPr>
          <p:cNvCxnSpPr>
            <a:cxnSpLocks/>
            <a:stCxn id="100" idx="3"/>
            <a:endCxn id="84" idx="1"/>
          </p:cNvCxnSpPr>
          <p:nvPr/>
        </p:nvCxnSpPr>
        <p:spPr>
          <a:xfrm flipV="1">
            <a:off x="6276738" y="783961"/>
            <a:ext cx="401731" cy="2617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2" name="Google Shape;92;p2">
            <a:extLst>
              <a:ext uri="{FF2B5EF4-FFF2-40B4-BE49-F238E27FC236}">
                <a16:creationId xmlns:a16="http://schemas.microsoft.com/office/drawing/2014/main" id="{39B41E98-D840-46F2-9A53-1038CD9DED5F}"/>
              </a:ext>
            </a:extLst>
          </p:cNvPr>
          <p:cNvSpPr/>
          <p:nvPr/>
        </p:nvSpPr>
        <p:spPr>
          <a:xfrm>
            <a:off x="9300098" y="765648"/>
            <a:ext cx="1497900" cy="455708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Date_Aquired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2;p2">
            <a:extLst>
              <a:ext uri="{FF2B5EF4-FFF2-40B4-BE49-F238E27FC236}">
                <a16:creationId xmlns:a16="http://schemas.microsoft.com/office/drawing/2014/main" id="{66F618AE-3B08-EA5C-FE0A-4133601FD168}"/>
              </a:ext>
            </a:extLst>
          </p:cNvPr>
          <p:cNvSpPr/>
          <p:nvPr/>
        </p:nvSpPr>
        <p:spPr>
          <a:xfrm>
            <a:off x="9271169" y="3429000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First_Name</a:t>
            </a: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2;p2">
            <a:extLst>
              <a:ext uri="{FF2B5EF4-FFF2-40B4-BE49-F238E27FC236}">
                <a16:creationId xmlns:a16="http://schemas.microsoft.com/office/drawing/2014/main" id="{7C4F16F9-204B-4584-9A9E-4229D61DCD9B}"/>
              </a:ext>
            </a:extLst>
          </p:cNvPr>
          <p:cNvSpPr/>
          <p:nvPr/>
        </p:nvSpPr>
        <p:spPr>
          <a:xfrm>
            <a:off x="10564469" y="3726153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Last_Name</a:t>
            </a: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Google Shape;97;p2">
            <a:extLst>
              <a:ext uri="{FF2B5EF4-FFF2-40B4-BE49-F238E27FC236}">
                <a16:creationId xmlns:a16="http://schemas.microsoft.com/office/drawing/2014/main" id="{96AD2CDB-E7CD-6376-8FF6-2432C1C55556}"/>
              </a:ext>
            </a:extLst>
          </p:cNvPr>
          <p:cNvCxnSpPr>
            <a:cxnSpLocks/>
            <a:stCxn id="3" idx="0"/>
            <a:endCxn id="92" idx="3"/>
          </p:cNvCxnSpPr>
          <p:nvPr/>
        </p:nvCxnSpPr>
        <p:spPr>
          <a:xfrm flipV="1">
            <a:off x="9917819" y="3289386"/>
            <a:ext cx="459930" cy="13961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1" name="Google Shape;97;p2">
            <a:extLst>
              <a:ext uri="{FF2B5EF4-FFF2-40B4-BE49-F238E27FC236}">
                <a16:creationId xmlns:a16="http://schemas.microsoft.com/office/drawing/2014/main" id="{151EB23D-0047-6B0C-B7EF-6E1C97A18C8F}"/>
              </a:ext>
            </a:extLst>
          </p:cNvPr>
          <p:cNvCxnSpPr>
            <a:cxnSpLocks/>
            <a:stCxn id="6" idx="0"/>
            <a:endCxn id="92" idx="4"/>
          </p:cNvCxnSpPr>
          <p:nvPr/>
        </p:nvCxnSpPr>
        <p:spPr>
          <a:xfrm flipH="1" flipV="1">
            <a:off x="10835000" y="3366886"/>
            <a:ext cx="376119" cy="35926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24" name="Google Shape;97;p2">
            <a:extLst>
              <a:ext uri="{FF2B5EF4-FFF2-40B4-BE49-F238E27FC236}">
                <a16:creationId xmlns:a16="http://schemas.microsoft.com/office/drawing/2014/main" id="{DFF3A92E-1808-F99A-D920-1135E4D85D87}"/>
              </a:ext>
            </a:extLst>
          </p:cNvPr>
          <p:cNvCxnSpPr>
            <a:cxnSpLocks/>
            <a:stCxn id="82" idx="3"/>
            <a:endCxn id="92" idx="1"/>
          </p:cNvCxnSpPr>
          <p:nvPr/>
        </p:nvCxnSpPr>
        <p:spPr>
          <a:xfrm>
            <a:off x="9971219" y="2712863"/>
            <a:ext cx="406530" cy="20232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43" name="Google Shape;92;p2">
            <a:extLst>
              <a:ext uri="{FF2B5EF4-FFF2-40B4-BE49-F238E27FC236}">
                <a16:creationId xmlns:a16="http://schemas.microsoft.com/office/drawing/2014/main" id="{DF5A807B-E957-AFA3-E9D7-5C22A52BAD3E}"/>
              </a:ext>
            </a:extLst>
          </p:cNvPr>
          <p:cNvSpPr/>
          <p:nvPr/>
        </p:nvSpPr>
        <p:spPr>
          <a:xfrm>
            <a:off x="5082083" y="3399336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title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92;p2">
            <a:extLst>
              <a:ext uri="{FF2B5EF4-FFF2-40B4-BE49-F238E27FC236}">
                <a16:creationId xmlns:a16="http://schemas.microsoft.com/office/drawing/2014/main" id="{BD89896F-2712-9BE6-17CD-EF15C8F5F92F}"/>
              </a:ext>
            </a:extLst>
          </p:cNvPr>
          <p:cNvSpPr/>
          <p:nvPr/>
        </p:nvSpPr>
        <p:spPr>
          <a:xfrm>
            <a:off x="3771904" y="2451785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Publisher_Name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92;p2">
            <a:extLst>
              <a:ext uri="{FF2B5EF4-FFF2-40B4-BE49-F238E27FC236}">
                <a16:creationId xmlns:a16="http://schemas.microsoft.com/office/drawing/2014/main" id="{AF2D3AE2-DD06-C3A3-A215-ED88348AC70A}"/>
              </a:ext>
            </a:extLst>
          </p:cNvPr>
          <p:cNvSpPr/>
          <p:nvPr/>
        </p:nvSpPr>
        <p:spPr>
          <a:xfrm>
            <a:off x="5102808" y="2306743"/>
            <a:ext cx="14001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Page_Count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97;p2">
            <a:extLst>
              <a:ext uri="{FF2B5EF4-FFF2-40B4-BE49-F238E27FC236}">
                <a16:creationId xmlns:a16="http://schemas.microsoft.com/office/drawing/2014/main" id="{E7BD75BB-E37D-41E0-82F8-72C2027CAEF1}"/>
              </a:ext>
            </a:extLst>
          </p:cNvPr>
          <p:cNvCxnSpPr>
            <a:cxnSpLocks/>
            <a:stCxn id="45" idx="2"/>
            <a:endCxn id="14" idx="3"/>
          </p:cNvCxnSpPr>
          <p:nvPr/>
        </p:nvCxnSpPr>
        <p:spPr>
          <a:xfrm flipH="1">
            <a:off x="3479173" y="2716385"/>
            <a:ext cx="292731" cy="55495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62" name="Google Shape;97;p2">
            <a:extLst>
              <a:ext uri="{FF2B5EF4-FFF2-40B4-BE49-F238E27FC236}">
                <a16:creationId xmlns:a16="http://schemas.microsoft.com/office/drawing/2014/main" id="{B1C4CBEE-3ED8-C985-014B-DB3D893C7FCE}"/>
              </a:ext>
            </a:extLst>
          </p:cNvPr>
          <p:cNvCxnSpPr>
            <a:cxnSpLocks/>
            <a:stCxn id="46" idx="4"/>
            <a:endCxn id="14" idx="3"/>
          </p:cNvCxnSpPr>
          <p:nvPr/>
        </p:nvCxnSpPr>
        <p:spPr>
          <a:xfrm flipH="1">
            <a:off x="3479173" y="2835943"/>
            <a:ext cx="2323685" cy="43539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69" name="Google Shape;97;p2">
            <a:extLst>
              <a:ext uri="{FF2B5EF4-FFF2-40B4-BE49-F238E27FC236}">
                <a16:creationId xmlns:a16="http://schemas.microsoft.com/office/drawing/2014/main" id="{782C44E2-13A2-2360-1E57-88B366F369D0}"/>
              </a:ext>
            </a:extLst>
          </p:cNvPr>
          <p:cNvCxnSpPr>
            <a:cxnSpLocks/>
            <a:stCxn id="94" idx="2"/>
            <a:endCxn id="14" idx="3"/>
          </p:cNvCxnSpPr>
          <p:nvPr/>
        </p:nvCxnSpPr>
        <p:spPr>
          <a:xfrm flipH="1">
            <a:off x="3479173" y="3100621"/>
            <a:ext cx="2285191" cy="1707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72" name="Google Shape;97;p2">
            <a:extLst>
              <a:ext uri="{FF2B5EF4-FFF2-40B4-BE49-F238E27FC236}">
                <a16:creationId xmlns:a16="http://schemas.microsoft.com/office/drawing/2014/main" id="{64C6425D-A6C2-F591-8342-12DE1E626830}"/>
              </a:ext>
            </a:extLst>
          </p:cNvPr>
          <p:cNvCxnSpPr>
            <a:cxnSpLocks/>
            <a:stCxn id="43" idx="0"/>
            <a:endCxn id="14" idx="3"/>
          </p:cNvCxnSpPr>
          <p:nvPr/>
        </p:nvCxnSpPr>
        <p:spPr>
          <a:xfrm flipH="1" flipV="1">
            <a:off x="3479173" y="3271341"/>
            <a:ext cx="2249560" cy="12799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75" name="Google Shape;97;p2">
            <a:extLst>
              <a:ext uri="{FF2B5EF4-FFF2-40B4-BE49-F238E27FC236}">
                <a16:creationId xmlns:a16="http://schemas.microsoft.com/office/drawing/2014/main" id="{A546C83D-D354-F9AF-3DE2-9DC4F76CEFD6}"/>
              </a:ext>
            </a:extLst>
          </p:cNvPr>
          <p:cNvCxnSpPr>
            <a:cxnSpLocks/>
            <a:stCxn id="91" idx="0"/>
            <a:endCxn id="14" idx="3"/>
          </p:cNvCxnSpPr>
          <p:nvPr/>
        </p:nvCxnSpPr>
        <p:spPr>
          <a:xfrm flipH="1" flipV="1">
            <a:off x="3479173" y="3271341"/>
            <a:ext cx="1602910" cy="69218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78" name="Google Shape;97;p2">
            <a:extLst>
              <a:ext uri="{FF2B5EF4-FFF2-40B4-BE49-F238E27FC236}">
                <a16:creationId xmlns:a16="http://schemas.microsoft.com/office/drawing/2014/main" id="{B86BEA06-C9F3-6B38-8951-DA5950B957B4}"/>
              </a:ext>
            </a:extLst>
          </p:cNvPr>
          <p:cNvCxnSpPr>
            <a:cxnSpLocks/>
            <a:stCxn id="198" idx="0"/>
            <a:endCxn id="14" idx="3"/>
          </p:cNvCxnSpPr>
          <p:nvPr/>
        </p:nvCxnSpPr>
        <p:spPr>
          <a:xfrm flipH="1" flipV="1">
            <a:off x="3479173" y="3271341"/>
            <a:ext cx="334425" cy="5153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04" name="Google Shape;92;p2">
            <a:extLst>
              <a:ext uri="{FF2B5EF4-FFF2-40B4-BE49-F238E27FC236}">
                <a16:creationId xmlns:a16="http://schemas.microsoft.com/office/drawing/2014/main" id="{1DADF3AE-62B1-E26E-6B63-B3FC565F1A45}"/>
              </a:ext>
            </a:extLst>
          </p:cNvPr>
          <p:cNvSpPr/>
          <p:nvPr/>
        </p:nvSpPr>
        <p:spPr>
          <a:xfrm>
            <a:off x="3322859" y="5113053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92;p2">
            <a:extLst>
              <a:ext uri="{FF2B5EF4-FFF2-40B4-BE49-F238E27FC236}">
                <a16:creationId xmlns:a16="http://schemas.microsoft.com/office/drawing/2014/main" id="{7C784CFB-1858-9441-CDFA-95D12C95841E}"/>
              </a:ext>
            </a:extLst>
          </p:cNvPr>
          <p:cNvSpPr/>
          <p:nvPr/>
        </p:nvSpPr>
        <p:spPr>
          <a:xfrm>
            <a:off x="8649884" y="1290500"/>
            <a:ext cx="1497900" cy="468001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92;p2">
            <a:extLst>
              <a:ext uri="{FF2B5EF4-FFF2-40B4-BE49-F238E27FC236}">
                <a16:creationId xmlns:a16="http://schemas.microsoft.com/office/drawing/2014/main" id="{1520908D-58F6-1D3C-099B-63FF8543C104}"/>
              </a:ext>
            </a:extLst>
          </p:cNvPr>
          <p:cNvSpPr/>
          <p:nvPr/>
        </p:nvSpPr>
        <p:spPr>
          <a:xfrm>
            <a:off x="7584875" y="1768827"/>
            <a:ext cx="1497900" cy="468001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Inventory_Status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97;p2">
            <a:extLst>
              <a:ext uri="{FF2B5EF4-FFF2-40B4-BE49-F238E27FC236}">
                <a16:creationId xmlns:a16="http://schemas.microsoft.com/office/drawing/2014/main" id="{36C95D9F-B1E1-E753-4461-7ADC906B8767}"/>
              </a:ext>
            </a:extLst>
          </p:cNvPr>
          <p:cNvCxnSpPr>
            <a:cxnSpLocks/>
            <a:stCxn id="2" idx="2"/>
            <a:endCxn id="84" idx="3"/>
          </p:cNvCxnSpPr>
          <p:nvPr/>
        </p:nvCxnSpPr>
        <p:spPr>
          <a:xfrm flipH="1" flipV="1">
            <a:off x="8176369" y="783961"/>
            <a:ext cx="1123729" cy="20954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10" name="Google Shape;97;p2">
            <a:extLst>
              <a:ext uri="{FF2B5EF4-FFF2-40B4-BE49-F238E27FC236}">
                <a16:creationId xmlns:a16="http://schemas.microsoft.com/office/drawing/2014/main" id="{CBEF1DAE-FFE7-5F7F-8DB0-E609FED49E8E}"/>
              </a:ext>
            </a:extLst>
          </p:cNvPr>
          <p:cNvCxnSpPr>
            <a:cxnSpLocks/>
            <a:stCxn id="105" idx="1"/>
            <a:endCxn id="84" idx="2"/>
          </p:cNvCxnSpPr>
          <p:nvPr/>
        </p:nvCxnSpPr>
        <p:spPr>
          <a:xfrm flipH="1" flipV="1">
            <a:off x="7427419" y="1077061"/>
            <a:ext cx="1441827" cy="28197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13" name="Google Shape;97;p2">
            <a:extLst>
              <a:ext uri="{FF2B5EF4-FFF2-40B4-BE49-F238E27FC236}">
                <a16:creationId xmlns:a16="http://schemas.microsoft.com/office/drawing/2014/main" id="{0803033F-6B5F-3087-976B-FDB45E50D3B3}"/>
              </a:ext>
            </a:extLst>
          </p:cNvPr>
          <p:cNvCxnSpPr>
            <a:cxnSpLocks/>
            <a:stCxn id="106" idx="0"/>
            <a:endCxn id="84" idx="2"/>
          </p:cNvCxnSpPr>
          <p:nvPr/>
        </p:nvCxnSpPr>
        <p:spPr>
          <a:xfrm flipH="1" flipV="1">
            <a:off x="7427419" y="1077061"/>
            <a:ext cx="906406" cy="69176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17" name="Google Shape;91;p2">
            <a:extLst>
              <a:ext uri="{FF2B5EF4-FFF2-40B4-BE49-F238E27FC236}">
                <a16:creationId xmlns:a16="http://schemas.microsoft.com/office/drawing/2014/main" id="{D7A18B81-A63C-EB2C-81CF-F43CC9D22631}"/>
              </a:ext>
            </a:extLst>
          </p:cNvPr>
          <p:cNvSpPr/>
          <p:nvPr/>
        </p:nvSpPr>
        <p:spPr>
          <a:xfrm>
            <a:off x="8861384" y="200714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Copy_Number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97;p2">
            <a:extLst>
              <a:ext uri="{FF2B5EF4-FFF2-40B4-BE49-F238E27FC236}">
                <a16:creationId xmlns:a16="http://schemas.microsoft.com/office/drawing/2014/main" id="{E8641CA2-8F4A-FD85-B84F-38CDD0AC5D4D}"/>
              </a:ext>
            </a:extLst>
          </p:cNvPr>
          <p:cNvCxnSpPr>
            <a:cxnSpLocks/>
            <a:stCxn id="117" idx="2"/>
            <a:endCxn id="85" idx="3"/>
          </p:cNvCxnSpPr>
          <p:nvPr/>
        </p:nvCxnSpPr>
        <p:spPr>
          <a:xfrm flipH="1">
            <a:off x="8136967" y="472964"/>
            <a:ext cx="724417" cy="30503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38" name="Google Shape;92;p2">
            <a:extLst>
              <a:ext uri="{FF2B5EF4-FFF2-40B4-BE49-F238E27FC236}">
                <a16:creationId xmlns:a16="http://schemas.microsoft.com/office/drawing/2014/main" id="{53592BE8-E558-3EE6-98D6-E349E702883C}"/>
              </a:ext>
            </a:extLst>
          </p:cNvPr>
          <p:cNvSpPr/>
          <p:nvPr/>
        </p:nvSpPr>
        <p:spPr>
          <a:xfrm>
            <a:off x="9275348" y="4354855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97;p2">
            <a:extLst>
              <a:ext uri="{FF2B5EF4-FFF2-40B4-BE49-F238E27FC236}">
                <a16:creationId xmlns:a16="http://schemas.microsoft.com/office/drawing/2014/main" id="{6DA889AB-4EA3-E793-AAE1-E333DFA1DD34}"/>
              </a:ext>
            </a:extLst>
          </p:cNvPr>
          <p:cNvCxnSpPr>
            <a:cxnSpLocks/>
            <a:stCxn id="138" idx="2"/>
            <a:endCxn id="5" idx="0"/>
          </p:cNvCxnSpPr>
          <p:nvPr/>
        </p:nvCxnSpPr>
        <p:spPr>
          <a:xfrm flipH="1">
            <a:off x="8530684" y="4619455"/>
            <a:ext cx="744664" cy="21445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50" name="Google Shape;92;p2">
            <a:extLst>
              <a:ext uri="{FF2B5EF4-FFF2-40B4-BE49-F238E27FC236}">
                <a16:creationId xmlns:a16="http://schemas.microsoft.com/office/drawing/2014/main" id="{1D1614A7-1565-70E4-E834-9548FA898DF3}"/>
              </a:ext>
            </a:extLst>
          </p:cNvPr>
          <p:cNvSpPr/>
          <p:nvPr/>
        </p:nvSpPr>
        <p:spPr>
          <a:xfrm>
            <a:off x="7490317" y="5464562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</a:t>
            </a:r>
          </a:p>
        </p:txBody>
      </p:sp>
      <p:sp>
        <p:nvSpPr>
          <p:cNvPr id="151" name="Google Shape;92;p2">
            <a:extLst>
              <a:ext uri="{FF2B5EF4-FFF2-40B4-BE49-F238E27FC236}">
                <a16:creationId xmlns:a16="http://schemas.microsoft.com/office/drawing/2014/main" id="{B3E86964-C3AC-CAB5-B351-D6FE27860B1A}"/>
              </a:ext>
            </a:extLst>
          </p:cNvPr>
          <p:cNvSpPr/>
          <p:nvPr/>
        </p:nvSpPr>
        <p:spPr>
          <a:xfrm>
            <a:off x="6780769" y="6034122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Street</a:t>
            </a:r>
          </a:p>
        </p:txBody>
      </p:sp>
      <p:sp>
        <p:nvSpPr>
          <p:cNvPr id="152" name="Google Shape;92;p2">
            <a:extLst>
              <a:ext uri="{FF2B5EF4-FFF2-40B4-BE49-F238E27FC236}">
                <a16:creationId xmlns:a16="http://schemas.microsoft.com/office/drawing/2014/main" id="{BDD35EAB-24EF-D67D-9C3E-E52B2C5B9BBD}"/>
              </a:ext>
            </a:extLst>
          </p:cNvPr>
          <p:cNvSpPr/>
          <p:nvPr/>
        </p:nvSpPr>
        <p:spPr>
          <a:xfrm>
            <a:off x="8214734" y="6050741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City</a:t>
            </a:r>
          </a:p>
        </p:txBody>
      </p:sp>
      <p:sp>
        <p:nvSpPr>
          <p:cNvPr id="153" name="Google Shape;92;p2">
            <a:extLst>
              <a:ext uri="{FF2B5EF4-FFF2-40B4-BE49-F238E27FC236}">
                <a16:creationId xmlns:a16="http://schemas.microsoft.com/office/drawing/2014/main" id="{C8DDA74B-A6A6-1318-DC36-1121FED5B99D}"/>
              </a:ext>
            </a:extLst>
          </p:cNvPr>
          <p:cNvSpPr/>
          <p:nvPr/>
        </p:nvSpPr>
        <p:spPr>
          <a:xfrm>
            <a:off x="9636972" y="6194994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</a:t>
            </a:r>
          </a:p>
        </p:txBody>
      </p:sp>
      <p:sp>
        <p:nvSpPr>
          <p:cNvPr id="154" name="Google Shape;92;p2">
            <a:extLst>
              <a:ext uri="{FF2B5EF4-FFF2-40B4-BE49-F238E27FC236}">
                <a16:creationId xmlns:a16="http://schemas.microsoft.com/office/drawing/2014/main" id="{2FEE63C8-F3A7-034B-2754-2DEC5BB187B6}"/>
              </a:ext>
            </a:extLst>
          </p:cNvPr>
          <p:cNvSpPr/>
          <p:nvPr/>
        </p:nvSpPr>
        <p:spPr>
          <a:xfrm>
            <a:off x="9094583" y="5444289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Zip</a:t>
            </a:r>
          </a:p>
        </p:txBody>
      </p:sp>
      <p:cxnSp>
        <p:nvCxnSpPr>
          <p:cNvPr id="155" name="Google Shape;97;p2">
            <a:extLst>
              <a:ext uri="{FF2B5EF4-FFF2-40B4-BE49-F238E27FC236}">
                <a16:creationId xmlns:a16="http://schemas.microsoft.com/office/drawing/2014/main" id="{B8780348-D38B-E026-73D5-DECD38BCD7C6}"/>
              </a:ext>
            </a:extLst>
          </p:cNvPr>
          <p:cNvCxnSpPr>
            <a:cxnSpLocks/>
            <a:stCxn id="154" idx="2"/>
            <a:endCxn id="150" idx="6"/>
          </p:cNvCxnSpPr>
          <p:nvPr/>
        </p:nvCxnSpPr>
        <p:spPr>
          <a:xfrm flipH="1">
            <a:off x="8783617" y="5708889"/>
            <a:ext cx="310966" cy="2027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58" name="Google Shape;97;p2">
            <a:extLst>
              <a:ext uri="{FF2B5EF4-FFF2-40B4-BE49-F238E27FC236}">
                <a16:creationId xmlns:a16="http://schemas.microsoft.com/office/drawing/2014/main" id="{D0A754F1-0CC9-4076-785D-B21130953AE5}"/>
              </a:ext>
            </a:extLst>
          </p:cNvPr>
          <p:cNvCxnSpPr>
            <a:cxnSpLocks/>
            <a:stCxn id="151" idx="0"/>
            <a:endCxn id="150" idx="3"/>
          </p:cNvCxnSpPr>
          <p:nvPr/>
        </p:nvCxnSpPr>
        <p:spPr>
          <a:xfrm flipV="1">
            <a:off x="7427419" y="5916262"/>
            <a:ext cx="252297" cy="1178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61" name="Google Shape;97;p2">
            <a:extLst>
              <a:ext uri="{FF2B5EF4-FFF2-40B4-BE49-F238E27FC236}">
                <a16:creationId xmlns:a16="http://schemas.microsoft.com/office/drawing/2014/main" id="{83AF78D8-7929-5062-F898-48D34C9F6044}"/>
              </a:ext>
            </a:extLst>
          </p:cNvPr>
          <p:cNvCxnSpPr>
            <a:cxnSpLocks/>
            <a:stCxn id="152" idx="1"/>
            <a:endCxn id="150" idx="4"/>
          </p:cNvCxnSpPr>
          <p:nvPr/>
        </p:nvCxnSpPr>
        <p:spPr>
          <a:xfrm flipH="1" flipV="1">
            <a:off x="8136967" y="5993762"/>
            <a:ext cx="267166" cy="13447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64" name="Google Shape;97;p2">
            <a:extLst>
              <a:ext uri="{FF2B5EF4-FFF2-40B4-BE49-F238E27FC236}">
                <a16:creationId xmlns:a16="http://schemas.microsoft.com/office/drawing/2014/main" id="{A38F244E-EF0E-824B-FE7B-7F5029354084}"/>
              </a:ext>
            </a:extLst>
          </p:cNvPr>
          <p:cNvCxnSpPr>
            <a:cxnSpLocks/>
            <a:stCxn id="153" idx="0"/>
            <a:endCxn id="150" idx="5"/>
          </p:cNvCxnSpPr>
          <p:nvPr/>
        </p:nvCxnSpPr>
        <p:spPr>
          <a:xfrm flipH="1" flipV="1">
            <a:off x="8594218" y="5916262"/>
            <a:ext cx="1689404" cy="2787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67" name="Google Shape;97;p2">
            <a:extLst>
              <a:ext uri="{FF2B5EF4-FFF2-40B4-BE49-F238E27FC236}">
                <a16:creationId xmlns:a16="http://schemas.microsoft.com/office/drawing/2014/main" id="{A13D8A22-969B-E9EA-7C49-91B452186E90}"/>
              </a:ext>
            </a:extLst>
          </p:cNvPr>
          <p:cNvCxnSpPr>
            <a:cxnSpLocks/>
            <a:stCxn id="5" idx="2"/>
            <a:endCxn id="150" idx="0"/>
          </p:cNvCxnSpPr>
          <p:nvPr/>
        </p:nvCxnSpPr>
        <p:spPr>
          <a:xfrm flipH="1">
            <a:off x="8136967" y="5301907"/>
            <a:ext cx="393717" cy="16265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70" name="Google Shape;92;p2">
            <a:extLst>
              <a:ext uri="{FF2B5EF4-FFF2-40B4-BE49-F238E27FC236}">
                <a16:creationId xmlns:a16="http://schemas.microsoft.com/office/drawing/2014/main" id="{2D9245F5-CD07-2720-5F09-5F5313E2B20A}"/>
              </a:ext>
            </a:extLst>
          </p:cNvPr>
          <p:cNvSpPr/>
          <p:nvPr/>
        </p:nvSpPr>
        <p:spPr>
          <a:xfrm>
            <a:off x="487558" y="5037307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First_Chapter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92;p2">
            <a:extLst>
              <a:ext uri="{FF2B5EF4-FFF2-40B4-BE49-F238E27FC236}">
                <a16:creationId xmlns:a16="http://schemas.microsoft.com/office/drawing/2014/main" id="{32DF28D6-242A-3493-EC18-7A9645339E69}"/>
              </a:ext>
            </a:extLst>
          </p:cNvPr>
          <p:cNvSpPr/>
          <p:nvPr/>
        </p:nvSpPr>
        <p:spPr>
          <a:xfrm>
            <a:off x="4698177" y="4971348"/>
            <a:ext cx="1600368" cy="881749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First_Appearance_Publication_Date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92;p2">
            <a:extLst>
              <a:ext uri="{FF2B5EF4-FFF2-40B4-BE49-F238E27FC236}">
                <a16:creationId xmlns:a16="http://schemas.microsoft.com/office/drawing/2014/main" id="{9F75CED2-6EB8-20D3-BED9-F10E7FB6665B}"/>
              </a:ext>
            </a:extLst>
          </p:cNvPr>
          <p:cNvSpPr/>
          <p:nvPr/>
        </p:nvSpPr>
        <p:spPr>
          <a:xfrm>
            <a:off x="10174484" y="1841875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Birthdate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" name="Google Shape;97;p2">
            <a:extLst>
              <a:ext uri="{FF2B5EF4-FFF2-40B4-BE49-F238E27FC236}">
                <a16:creationId xmlns:a16="http://schemas.microsoft.com/office/drawing/2014/main" id="{92FF25F9-063E-0B19-99D7-9E30CB948983}"/>
              </a:ext>
            </a:extLst>
          </p:cNvPr>
          <p:cNvCxnSpPr>
            <a:cxnSpLocks/>
            <a:stCxn id="173" idx="2"/>
            <a:endCxn id="82" idx="0"/>
          </p:cNvCxnSpPr>
          <p:nvPr/>
        </p:nvCxnSpPr>
        <p:spPr>
          <a:xfrm flipH="1">
            <a:off x="9271169" y="2106475"/>
            <a:ext cx="903315" cy="3723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77" name="Google Shape;97;p2">
            <a:extLst>
              <a:ext uri="{FF2B5EF4-FFF2-40B4-BE49-F238E27FC236}">
                <a16:creationId xmlns:a16="http://schemas.microsoft.com/office/drawing/2014/main" id="{0233613C-4188-9530-A8C5-8447998AE75E}"/>
              </a:ext>
            </a:extLst>
          </p:cNvPr>
          <p:cNvCxnSpPr>
            <a:cxnSpLocks/>
            <a:stCxn id="104" idx="4"/>
            <a:endCxn id="4" idx="0"/>
          </p:cNvCxnSpPr>
          <p:nvPr/>
        </p:nvCxnSpPr>
        <p:spPr>
          <a:xfrm>
            <a:off x="3969509" y="5642253"/>
            <a:ext cx="293025" cy="31874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80" name="Google Shape;97;p2">
            <a:extLst>
              <a:ext uri="{FF2B5EF4-FFF2-40B4-BE49-F238E27FC236}">
                <a16:creationId xmlns:a16="http://schemas.microsoft.com/office/drawing/2014/main" id="{57BC622A-09DD-8B8D-9120-8B678E73EF85}"/>
              </a:ext>
            </a:extLst>
          </p:cNvPr>
          <p:cNvCxnSpPr>
            <a:cxnSpLocks/>
            <a:stCxn id="172" idx="3"/>
            <a:endCxn id="4" idx="0"/>
          </p:cNvCxnSpPr>
          <p:nvPr/>
        </p:nvCxnSpPr>
        <p:spPr>
          <a:xfrm flipH="1">
            <a:off x="4262534" y="5723968"/>
            <a:ext cx="670011" cy="23702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98" name="Google Shape;92;p2">
            <a:extLst>
              <a:ext uri="{FF2B5EF4-FFF2-40B4-BE49-F238E27FC236}">
                <a16:creationId xmlns:a16="http://schemas.microsoft.com/office/drawing/2014/main" id="{239B9464-F6BC-8F70-D91E-317114AE4E72}"/>
              </a:ext>
            </a:extLst>
          </p:cNvPr>
          <p:cNvSpPr/>
          <p:nvPr/>
        </p:nvSpPr>
        <p:spPr>
          <a:xfrm>
            <a:off x="3166948" y="3786666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92;p2">
            <a:extLst>
              <a:ext uri="{FF2B5EF4-FFF2-40B4-BE49-F238E27FC236}">
                <a16:creationId xmlns:a16="http://schemas.microsoft.com/office/drawing/2014/main" id="{C955E24C-A486-1324-52A5-1D2EF5C167F4}"/>
              </a:ext>
            </a:extLst>
          </p:cNvPr>
          <p:cNvSpPr/>
          <p:nvPr/>
        </p:nvSpPr>
        <p:spPr>
          <a:xfrm>
            <a:off x="442331" y="6131244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First_Page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86;p2">
            <a:extLst>
              <a:ext uri="{FF2B5EF4-FFF2-40B4-BE49-F238E27FC236}">
                <a16:creationId xmlns:a16="http://schemas.microsoft.com/office/drawing/2014/main" id="{C04676FB-F395-03E4-313A-1F8F035CAEE2}"/>
              </a:ext>
            </a:extLst>
          </p:cNvPr>
          <p:cNvCxnSpPr>
            <a:cxnSpLocks/>
            <a:stCxn id="32" idx="1"/>
            <a:endCxn id="170" idx="4"/>
          </p:cNvCxnSpPr>
          <p:nvPr/>
        </p:nvCxnSpPr>
        <p:spPr>
          <a:xfrm flipH="1" flipV="1">
            <a:off x="1134208" y="5566507"/>
            <a:ext cx="49815" cy="30674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205" name="Google Shape;86;p2">
            <a:extLst>
              <a:ext uri="{FF2B5EF4-FFF2-40B4-BE49-F238E27FC236}">
                <a16:creationId xmlns:a16="http://schemas.microsoft.com/office/drawing/2014/main" id="{06B26E7D-152A-F8E5-C73B-6154BC940587}"/>
              </a:ext>
            </a:extLst>
          </p:cNvPr>
          <p:cNvCxnSpPr>
            <a:cxnSpLocks/>
            <a:stCxn id="201" idx="0"/>
            <a:endCxn id="32" idx="1"/>
          </p:cNvCxnSpPr>
          <p:nvPr/>
        </p:nvCxnSpPr>
        <p:spPr>
          <a:xfrm flipV="1">
            <a:off x="1088981" y="5873250"/>
            <a:ext cx="95042" cy="25799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213" name="Slide Number Placeholder 212">
            <a:extLst>
              <a:ext uri="{FF2B5EF4-FFF2-40B4-BE49-F238E27FC236}">
                <a16:creationId xmlns:a16="http://schemas.microsoft.com/office/drawing/2014/main" id="{9C91D823-7667-7344-71B1-18B2A47A45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262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8A6A5CEB-6FE8-AE37-01E9-E83CFB25B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>
            <a:extLst>
              <a:ext uri="{FF2B5EF4-FFF2-40B4-BE49-F238E27FC236}">
                <a16:creationId xmlns:a16="http://schemas.microsoft.com/office/drawing/2014/main" id="{CC40F3B3-DDA1-4DF2-6616-EFEB6E682B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6050" y="123825"/>
            <a:ext cx="107790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sz="2160" dirty="0"/>
              <a:t>Task 5 – Identify Identifier Attributes for Entity, Supertypes, and Partial Keys</a:t>
            </a:r>
            <a:endParaRPr dirty="0"/>
          </a:p>
        </p:txBody>
      </p:sp>
      <p:sp>
        <p:nvSpPr>
          <p:cNvPr id="82" name="Google Shape;82;p2">
            <a:extLst>
              <a:ext uri="{FF2B5EF4-FFF2-40B4-BE49-F238E27FC236}">
                <a16:creationId xmlns:a16="http://schemas.microsoft.com/office/drawing/2014/main" id="{E5B29693-7DE1-846A-2CD2-389F841D2B67}"/>
              </a:ext>
            </a:extLst>
          </p:cNvPr>
          <p:cNvSpPr/>
          <p:nvPr/>
        </p:nvSpPr>
        <p:spPr>
          <a:xfrm>
            <a:off x="8571119" y="2478863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" name="Google Shape;83;p2">
            <a:extLst>
              <a:ext uri="{FF2B5EF4-FFF2-40B4-BE49-F238E27FC236}">
                <a16:creationId xmlns:a16="http://schemas.microsoft.com/office/drawing/2014/main" id="{FCB17A53-FD5F-1487-A455-B4292705A48F}"/>
              </a:ext>
            </a:extLst>
          </p:cNvPr>
          <p:cNvGrpSpPr/>
          <p:nvPr/>
        </p:nvGrpSpPr>
        <p:grpSpPr>
          <a:xfrm>
            <a:off x="6678469" y="490861"/>
            <a:ext cx="1497900" cy="586200"/>
            <a:chOff x="-2693116" y="2284388"/>
            <a:chExt cx="1497900" cy="586200"/>
          </a:xfrm>
        </p:grpSpPr>
        <p:sp>
          <p:nvSpPr>
            <p:cNvPr id="84" name="Google Shape;84;p2">
              <a:extLst>
                <a:ext uri="{FF2B5EF4-FFF2-40B4-BE49-F238E27FC236}">
                  <a16:creationId xmlns:a16="http://schemas.microsoft.com/office/drawing/2014/main" id="{F81621ED-74CB-438A-D515-DBC569C7E9A2}"/>
                </a:ext>
              </a:extLst>
            </p:cNvPr>
            <p:cNvSpPr/>
            <p:nvPr/>
          </p:nvSpPr>
          <p:spPr>
            <a:xfrm>
              <a:off x="-2693116" y="2284388"/>
              <a:ext cx="1497900" cy="5862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">
              <a:extLst>
                <a:ext uri="{FF2B5EF4-FFF2-40B4-BE49-F238E27FC236}">
                  <a16:creationId xmlns:a16="http://schemas.microsoft.com/office/drawing/2014/main" id="{41DEF97F-EAAE-BC6F-E431-DAA675885681}"/>
                </a:ext>
              </a:extLst>
            </p:cNvPr>
            <p:cNvSpPr/>
            <p:nvPr/>
          </p:nvSpPr>
          <p:spPr>
            <a:xfrm>
              <a:off x="-2634718" y="2337521"/>
              <a:ext cx="1400100" cy="468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 err="1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Used_Copy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30697250-2327-D497-AF9D-E542D1E2FDD1}"/>
              </a:ext>
            </a:extLst>
          </p:cNvPr>
          <p:cNvSpPr/>
          <p:nvPr/>
        </p:nvSpPr>
        <p:spPr>
          <a:xfrm>
            <a:off x="4438883" y="3963522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ISBN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>
            <a:extLst>
              <a:ext uri="{FF2B5EF4-FFF2-40B4-BE49-F238E27FC236}">
                <a16:creationId xmlns:a16="http://schemas.microsoft.com/office/drawing/2014/main" id="{A241AF32-E632-53F0-D430-399BCBEA6DD7}"/>
              </a:ext>
            </a:extLst>
          </p:cNvPr>
          <p:cNvSpPr/>
          <p:nvPr/>
        </p:nvSpPr>
        <p:spPr>
          <a:xfrm>
            <a:off x="10298681" y="2652236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1400" b="0" i="0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17DDFE3E-EB75-AF5F-EAB1-0938613D6CD2}"/>
              </a:ext>
            </a:extLst>
          </p:cNvPr>
          <p:cNvGrpSpPr/>
          <p:nvPr/>
        </p:nvGrpSpPr>
        <p:grpSpPr>
          <a:xfrm>
            <a:off x="5764364" y="2844503"/>
            <a:ext cx="1413035" cy="512235"/>
            <a:chOff x="556313" y="4827396"/>
            <a:chExt cx="1236900" cy="730200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2F63F995-1964-DD45-0049-8F36276FEDAD}"/>
                </a:ext>
              </a:extLst>
            </p:cNvPr>
            <p:cNvSpPr/>
            <p:nvPr/>
          </p:nvSpPr>
          <p:spPr>
            <a:xfrm>
              <a:off x="556313" y="4827396"/>
              <a:ext cx="1236900" cy="7302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9406AD8D-7025-1AC0-6030-92F85C0CE9A2}"/>
                </a:ext>
              </a:extLst>
            </p:cNvPr>
            <p:cNvSpPr/>
            <p:nvPr/>
          </p:nvSpPr>
          <p:spPr>
            <a:xfrm>
              <a:off x="630975" y="4909162"/>
              <a:ext cx="1087500" cy="5673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Tag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" name="Google Shape;99;p2">
            <a:extLst>
              <a:ext uri="{FF2B5EF4-FFF2-40B4-BE49-F238E27FC236}">
                <a16:creationId xmlns:a16="http://schemas.microsoft.com/office/drawing/2014/main" id="{39546E75-9BE8-6349-0574-F5B486FA8734}"/>
              </a:ext>
            </a:extLst>
          </p:cNvPr>
          <p:cNvGrpSpPr/>
          <p:nvPr/>
        </p:nvGrpSpPr>
        <p:grpSpPr>
          <a:xfrm>
            <a:off x="4506908" y="744909"/>
            <a:ext cx="1769830" cy="601664"/>
            <a:chOff x="259630" y="3076443"/>
            <a:chExt cx="2013000" cy="840900"/>
          </a:xfrm>
        </p:grpSpPr>
        <p:sp>
          <p:nvSpPr>
            <p:cNvPr id="100" name="Google Shape;100;p2">
              <a:extLst>
                <a:ext uri="{FF2B5EF4-FFF2-40B4-BE49-F238E27FC236}">
                  <a16:creationId xmlns:a16="http://schemas.microsoft.com/office/drawing/2014/main" id="{DFE6D572-42E4-2703-94D2-2568357CBB5B}"/>
                </a:ext>
              </a:extLst>
            </p:cNvPr>
            <p:cNvSpPr/>
            <p:nvPr/>
          </p:nvSpPr>
          <p:spPr>
            <a:xfrm>
              <a:off x="259630" y="3076443"/>
              <a:ext cx="2013000" cy="8409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>
              <a:extLst>
                <a:ext uri="{FF2B5EF4-FFF2-40B4-BE49-F238E27FC236}">
                  <a16:creationId xmlns:a16="http://schemas.microsoft.com/office/drawing/2014/main" id="{69AF0452-F584-1D44-F9AF-F4E283A61649}"/>
                </a:ext>
              </a:extLst>
            </p:cNvPr>
            <p:cNvSpPr/>
            <p:nvPr/>
          </p:nvSpPr>
          <p:spPr>
            <a:xfrm>
              <a:off x="370759" y="3128720"/>
              <a:ext cx="1790101" cy="735899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dirty="0"/>
                <a:t>Contains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799A80BA-3019-7D4E-9FE1-93EE1EFD6EF3}"/>
              </a:ext>
            </a:extLst>
          </p:cNvPr>
          <p:cNvSpPr/>
          <p:nvPr/>
        </p:nvSpPr>
        <p:spPr>
          <a:xfrm>
            <a:off x="664170" y="3958200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Shipped_By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2;p2">
            <a:extLst>
              <a:ext uri="{FF2B5EF4-FFF2-40B4-BE49-F238E27FC236}">
                <a16:creationId xmlns:a16="http://schemas.microsoft.com/office/drawing/2014/main" id="{23274EDC-1739-35D8-F76F-F1CA571F70D8}"/>
              </a:ext>
            </a:extLst>
          </p:cNvPr>
          <p:cNvSpPr/>
          <p:nvPr/>
        </p:nvSpPr>
        <p:spPr>
          <a:xfrm>
            <a:off x="3562484" y="5960994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82;p2">
            <a:extLst>
              <a:ext uri="{FF2B5EF4-FFF2-40B4-BE49-F238E27FC236}">
                <a16:creationId xmlns:a16="http://schemas.microsoft.com/office/drawing/2014/main" id="{5F357D27-9F53-D1A9-347F-F8A37AA8C330}"/>
              </a:ext>
            </a:extLst>
          </p:cNvPr>
          <p:cNvSpPr/>
          <p:nvPr/>
        </p:nvSpPr>
        <p:spPr>
          <a:xfrm>
            <a:off x="7830634" y="4833907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Drop_Shipper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" name="Google Shape;86;p2">
            <a:extLst>
              <a:ext uri="{FF2B5EF4-FFF2-40B4-BE49-F238E27FC236}">
                <a16:creationId xmlns:a16="http://schemas.microsoft.com/office/drawing/2014/main" id="{4DD42388-9A6F-B7DB-2134-CC0181313784}"/>
              </a:ext>
            </a:extLst>
          </p:cNvPr>
          <p:cNvCxnSpPr>
            <a:cxnSpLocks/>
            <a:stCxn id="14" idx="1"/>
            <a:endCxn id="13" idx="4"/>
          </p:cNvCxnSpPr>
          <p:nvPr/>
        </p:nvCxnSpPr>
        <p:spPr>
          <a:xfrm flipH="1" flipV="1">
            <a:off x="1778542" y="3248865"/>
            <a:ext cx="300531" cy="2247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3" name="Google Shape;90;p2">
            <a:extLst>
              <a:ext uri="{FF2B5EF4-FFF2-40B4-BE49-F238E27FC236}">
                <a16:creationId xmlns:a16="http://schemas.microsoft.com/office/drawing/2014/main" id="{325E5E18-617A-9566-46A2-29D2AA893BA6}"/>
              </a:ext>
            </a:extLst>
          </p:cNvPr>
          <p:cNvSpPr/>
          <p:nvPr/>
        </p:nvSpPr>
        <p:spPr>
          <a:xfrm>
            <a:off x="1641742" y="2994765"/>
            <a:ext cx="273600" cy="254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2;p2">
            <a:extLst>
              <a:ext uri="{FF2B5EF4-FFF2-40B4-BE49-F238E27FC236}">
                <a16:creationId xmlns:a16="http://schemas.microsoft.com/office/drawing/2014/main" id="{46B3DD4B-25EB-12FB-E34D-ECBE5097D2C3}"/>
              </a:ext>
            </a:extLst>
          </p:cNvPr>
          <p:cNvSpPr/>
          <p:nvPr/>
        </p:nvSpPr>
        <p:spPr>
          <a:xfrm>
            <a:off x="2079073" y="3037341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Book</a:t>
            </a:r>
            <a:endParaRPr sz="1400" b="0" i="0" u="none" strike="noStrike" cap="none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82;p2">
            <a:extLst>
              <a:ext uri="{FF2B5EF4-FFF2-40B4-BE49-F238E27FC236}">
                <a16:creationId xmlns:a16="http://schemas.microsoft.com/office/drawing/2014/main" id="{A573A9BF-2FE6-EFFC-98F9-D73EF1F3B7B8}"/>
              </a:ext>
            </a:extLst>
          </p:cNvPr>
          <p:cNvSpPr/>
          <p:nvPr/>
        </p:nvSpPr>
        <p:spPr>
          <a:xfrm>
            <a:off x="662808" y="1991790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New_Book</a:t>
            </a: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82;p2">
            <a:extLst>
              <a:ext uri="{FF2B5EF4-FFF2-40B4-BE49-F238E27FC236}">
                <a16:creationId xmlns:a16="http://schemas.microsoft.com/office/drawing/2014/main" id="{754969BD-9522-99F4-4CE4-CAEB531C9CC6}"/>
              </a:ext>
            </a:extLst>
          </p:cNvPr>
          <p:cNvSpPr/>
          <p:nvPr/>
        </p:nvSpPr>
        <p:spPr>
          <a:xfrm>
            <a:off x="2779123" y="1507712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Used_Book</a:t>
            </a: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Google Shape;86;p2">
            <a:extLst>
              <a:ext uri="{FF2B5EF4-FFF2-40B4-BE49-F238E27FC236}">
                <a16:creationId xmlns:a16="http://schemas.microsoft.com/office/drawing/2014/main" id="{0A8BBBEB-A8ED-C1D0-1786-94B050BF53B1}"/>
              </a:ext>
            </a:extLst>
          </p:cNvPr>
          <p:cNvCxnSpPr>
            <a:cxnSpLocks/>
            <a:stCxn id="13" idx="1"/>
            <a:endCxn id="15" idx="2"/>
          </p:cNvCxnSpPr>
          <p:nvPr/>
        </p:nvCxnSpPr>
        <p:spPr>
          <a:xfrm flipH="1" flipV="1">
            <a:off x="1362858" y="2459790"/>
            <a:ext cx="318952" cy="5721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8" name="Google Shape;86;p2">
            <a:extLst>
              <a:ext uri="{FF2B5EF4-FFF2-40B4-BE49-F238E27FC236}">
                <a16:creationId xmlns:a16="http://schemas.microsoft.com/office/drawing/2014/main" id="{30F5CDC5-18E0-6DB4-457C-4A16687A1EB6}"/>
              </a:ext>
            </a:extLst>
          </p:cNvPr>
          <p:cNvCxnSpPr>
            <a:cxnSpLocks/>
            <a:stCxn id="16" idx="2"/>
            <a:endCxn id="13" idx="7"/>
          </p:cNvCxnSpPr>
          <p:nvPr/>
        </p:nvCxnSpPr>
        <p:spPr>
          <a:xfrm flipH="1">
            <a:off x="1875274" y="1975712"/>
            <a:ext cx="1603899" cy="105626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9" name="Google Shape;103;p2">
            <a:extLst>
              <a:ext uri="{FF2B5EF4-FFF2-40B4-BE49-F238E27FC236}">
                <a16:creationId xmlns:a16="http://schemas.microsoft.com/office/drawing/2014/main" id="{F47A3FF3-A59D-7203-8C13-79CCA2610523}"/>
              </a:ext>
            </a:extLst>
          </p:cNvPr>
          <p:cNvSpPr/>
          <p:nvPr/>
        </p:nvSpPr>
        <p:spPr>
          <a:xfrm>
            <a:off x="4848073" y="1501215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Written_By</a:t>
            </a: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86;p2">
            <a:extLst>
              <a:ext uri="{FF2B5EF4-FFF2-40B4-BE49-F238E27FC236}">
                <a16:creationId xmlns:a16="http://schemas.microsoft.com/office/drawing/2014/main" id="{B92BE3F3-31AA-0023-B672-FB1DB50F4140}"/>
              </a:ext>
            </a:extLst>
          </p:cNvPr>
          <p:cNvCxnSpPr>
            <a:cxnSpLocks/>
            <a:stCxn id="32" idx="0"/>
            <a:endCxn id="14" idx="2"/>
          </p:cNvCxnSpPr>
          <p:nvPr/>
        </p:nvCxnSpPr>
        <p:spPr>
          <a:xfrm flipV="1">
            <a:off x="2079073" y="3505341"/>
            <a:ext cx="700050" cy="208620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23" name="Google Shape;86;p2">
            <a:extLst>
              <a:ext uri="{FF2B5EF4-FFF2-40B4-BE49-F238E27FC236}">
                <a16:creationId xmlns:a16="http://schemas.microsoft.com/office/drawing/2014/main" id="{69D78CAC-A6A5-FEC7-D335-F33BE2491BB2}"/>
              </a:ext>
            </a:extLst>
          </p:cNvPr>
          <p:cNvCxnSpPr>
            <a:cxnSpLocks/>
            <a:stCxn id="4" idx="1"/>
            <a:endCxn id="32" idx="3"/>
          </p:cNvCxnSpPr>
          <p:nvPr/>
        </p:nvCxnSpPr>
        <p:spPr>
          <a:xfrm flipH="1" flipV="1">
            <a:off x="2974123" y="5873250"/>
            <a:ext cx="588361" cy="32174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25" name="Google Shape;86;p2">
            <a:extLst>
              <a:ext uri="{FF2B5EF4-FFF2-40B4-BE49-F238E27FC236}">
                <a16:creationId xmlns:a16="http://schemas.microsoft.com/office/drawing/2014/main" id="{707D284B-6662-60E1-AAD6-F110D36DDDF9}"/>
              </a:ext>
            </a:extLst>
          </p:cNvPr>
          <p:cNvCxnSpPr>
            <a:cxnSpLocks/>
            <a:stCxn id="14" idx="0"/>
            <a:endCxn id="19" idx="1"/>
          </p:cNvCxnSpPr>
          <p:nvPr/>
        </p:nvCxnSpPr>
        <p:spPr>
          <a:xfrm flipV="1">
            <a:off x="2779123" y="1782915"/>
            <a:ext cx="2068950" cy="125442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28" name="Google Shape;86;p2">
            <a:extLst>
              <a:ext uri="{FF2B5EF4-FFF2-40B4-BE49-F238E27FC236}">
                <a16:creationId xmlns:a16="http://schemas.microsoft.com/office/drawing/2014/main" id="{E372EBAF-A5E4-BC88-6F8D-CD9B310DEB98}"/>
              </a:ext>
            </a:extLst>
          </p:cNvPr>
          <p:cNvCxnSpPr>
            <a:cxnSpLocks/>
            <a:stCxn id="82" idx="1"/>
            <a:endCxn id="19" idx="3"/>
          </p:cNvCxnSpPr>
          <p:nvPr/>
        </p:nvCxnSpPr>
        <p:spPr>
          <a:xfrm flipH="1" flipV="1">
            <a:off x="6638173" y="1782915"/>
            <a:ext cx="1932946" cy="9299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32" name="Google Shape;103;p2">
            <a:extLst>
              <a:ext uri="{FF2B5EF4-FFF2-40B4-BE49-F238E27FC236}">
                <a16:creationId xmlns:a16="http://schemas.microsoft.com/office/drawing/2014/main" id="{1E287781-F3EF-CD14-8400-DF92E1870B9A}"/>
              </a:ext>
            </a:extLst>
          </p:cNvPr>
          <p:cNvSpPr/>
          <p:nvPr/>
        </p:nvSpPr>
        <p:spPr>
          <a:xfrm>
            <a:off x="1184023" y="5591550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Appears_In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" name="Google Shape;86;p2">
            <a:extLst>
              <a:ext uri="{FF2B5EF4-FFF2-40B4-BE49-F238E27FC236}">
                <a16:creationId xmlns:a16="http://schemas.microsoft.com/office/drawing/2014/main" id="{C777637D-0919-1B2C-664E-C2F7840D5EE6}"/>
              </a:ext>
            </a:extLst>
          </p:cNvPr>
          <p:cNvCxnSpPr>
            <a:cxnSpLocks/>
            <a:stCxn id="15" idx="2"/>
            <a:endCxn id="103" idx="1"/>
          </p:cNvCxnSpPr>
          <p:nvPr/>
        </p:nvCxnSpPr>
        <p:spPr>
          <a:xfrm flipH="1">
            <a:off x="664170" y="2459790"/>
            <a:ext cx="698688" cy="178011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38" name="Google Shape;86;p2">
            <a:extLst>
              <a:ext uri="{FF2B5EF4-FFF2-40B4-BE49-F238E27FC236}">
                <a16:creationId xmlns:a16="http://schemas.microsoft.com/office/drawing/2014/main" id="{31AAD81E-680E-CBB1-7A7B-32BF9CC8066D}"/>
              </a:ext>
            </a:extLst>
          </p:cNvPr>
          <p:cNvCxnSpPr>
            <a:cxnSpLocks/>
            <a:stCxn id="103" idx="3"/>
            <a:endCxn id="5" idx="1"/>
          </p:cNvCxnSpPr>
          <p:nvPr/>
        </p:nvCxnSpPr>
        <p:spPr>
          <a:xfrm>
            <a:off x="2454270" y="4239900"/>
            <a:ext cx="5376364" cy="82800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44" name="Google Shape;86;p2">
            <a:extLst>
              <a:ext uri="{FF2B5EF4-FFF2-40B4-BE49-F238E27FC236}">
                <a16:creationId xmlns:a16="http://schemas.microsoft.com/office/drawing/2014/main" id="{49CB37D2-8967-2091-81B2-BB7E46129128}"/>
              </a:ext>
            </a:extLst>
          </p:cNvPr>
          <p:cNvCxnSpPr>
            <a:cxnSpLocks/>
            <a:stCxn id="16" idx="0"/>
            <a:endCxn id="100" idx="1"/>
          </p:cNvCxnSpPr>
          <p:nvPr/>
        </p:nvCxnSpPr>
        <p:spPr>
          <a:xfrm flipV="1">
            <a:off x="3479173" y="1045741"/>
            <a:ext cx="1027735" cy="46197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47" name="Google Shape;86;p2">
            <a:extLst>
              <a:ext uri="{FF2B5EF4-FFF2-40B4-BE49-F238E27FC236}">
                <a16:creationId xmlns:a16="http://schemas.microsoft.com/office/drawing/2014/main" id="{0B5E24C9-D1AC-E543-0DDC-839FB6417A44}"/>
              </a:ext>
            </a:extLst>
          </p:cNvPr>
          <p:cNvCxnSpPr>
            <a:cxnSpLocks/>
            <a:stCxn id="100" idx="3"/>
            <a:endCxn id="84" idx="1"/>
          </p:cNvCxnSpPr>
          <p:nvPr/>
        </p:nvCxnSpPr>
        <p:spPr>
          <a:xfrm flipV="1">
            <a:off x="6276738" y="783961"/>
            <a:ext cx="401731" cy="2617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2" name="Google Shape;92;p2">
            <a:extLst>
              <a:ext uri="{FF2B5EF4-FFF2-40B4-BE49-F238E27FC236}">
                <a16:creationId xmlns:a16="http://schemas.microsoft.com/office/drawing/2014/main" id="{C25AD5F0-ED0B-ACAA-B6D4-D115448C94DB}"/>
              </a:ext>
            </a:extLst>
          </p:cNvPr>
          <p:cNvSpPr/>
          <p:nvPr/>
        </p:nvSpPr>
        <p:spPr>
          <a:xfrm>
            <a:off x="9300098" y="765648"/>
            <a:ext cx="1497900" cy="455708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Date_Aquired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2;p2">
            <a:extLst>
              <a:ext uri="{FF2B5EF4-FFF2-40B4-BE49-F238E27FC236}">
                <a16:creationId xmlns:a16="http://schemas.microsoft.com/office/drawing/2014/main" id="{7C89A881-673A-CF9D-6A3B-6E465F533678}"/>
              </a:ext>
            </a:extLst>
          </p:cNvPr>
          <p:cNvSpPr/>
          <p:nvPr/>
        </p:nvSpPr>
        <p:spPr>
          <a:xfrm>
            <a:off x="9271169" y="3429000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First_Name</a:t>
            </a:r>
            <a:endParaRPr lang="en-US" sz="1200" b="0" i="0" u="sng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2;p2">
            <a:extLst>
              <a:ext uri="{FF2B5EF4-FFF2-40B4-BE49-F238E27FC236}">
                <a16:creationId xmlns:a16="http://schemas.microsoft.com/office/drawing/2014/main" id="{57172187-CE6C-347F-F8BC-3D89D12EBC29}"/>
              </a:ext>
            </a:extLst>
          </p:cNvPr>
          <p:cNvSpPr/>
          <p:nvPr/>
        </p:nvSpPr>
        <p:spPr>
          <a:xfrm>
            <a:off x="10564469" y="3726153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Last_Name</a:t>
            </a:r>
            <a:endParaRPr lang="en-US" sz="1200" b="0" i="0" u="sng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Google Shape;97;p2">
            <a:extLst>
              <a:ext uri="{FF2B5EF4-FFF2-40B4-BE49-F238E27FC236}">
                <a16:creationId xmlns:a16="http://schemas.microsoft.com/office/drawing/2014/main" id="{46466EF3-6348-4A79-B664-BF8ED419806F}"/>
              </a:ext>
            </a:extLst>
          </p:cNvPr>
          <p:cNvCxnSpPr>
            <a:cxnSpLocks/>
            <a:stCxn id="3" idx="0"/>
            <a:endCxn id="92" idx="3"/>
          </p:cNvCxnSpPr>
          <p:nvPr/>
        </p:nvCxnSpPr>
        <p:spPr>
          <a:xfrm flipV="1">
            <a:off x="9917819" y="3103936"/>
            <a:ext cx="570261" cy="32506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1" name="Google Shape;97;p2">
            <a:extLst>
              <a:ext uri="{FF2B5EF4-FFF2-40B4-BE49-F238E27FC236}">
                <a16:creationId xmlns:a16="http://schemas.microsoft.com/office/drawing/2014/main" id="{44D9BDAA-5C6A-C052-A4CD-4980B0581835}"/>
              </a:ext>
            </a:extLst>
          </p:cNvPr>
          <p:cNvCxnSpPr>
            <a:cxnSpLocks/>
            <a:stCxn id="6" idx="0"/>
            <a:endCxn id="92" idx="4"/>
          </p:cNvCxnSpPr>
          <p:nvPr/>
        </p:nvCxnSpPr>
        <p:spPr>
          <a:xfrm flipH="1" flipV="1">
            <a:off x="10945331" y="3181436"/>
            <a:ext cx="265788" cy="54471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24" name="Google Shape;97;p2">
            <a:extLst>
              <a:ext uri="{FF2B5EF4-FFF2-40B4-BE49-F238E27FC236}">
                <a16:creationId xmlns:a16="http://schemas.microsoft.com/office/drawing/2014/main" id="{47219A73-32FB-E6E3-D556-805CEF4F65A0}"/>
              </a:ext>
            </a:extLst>
          </p:cNvPr>
          <p:cNvCxnSpPr>
            <a:cxnSpLocks/>
            <a:stCxn id="82" idx="3"/>
            <a:endCxn id="92" idx="1"/>
          </p:cNvCxnSpPr>
          <p:nvPr/>
        </p:nvCxnSpPr>
        <p:spPr>
          <a:xfrm>
            <a:off x="9971219" y="2712863"/>
            <a:ext cx="516861" cy="1687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43" name="Google Shape;92;p2">
            <a:extLst>
              <a:ext uri="{FF2B5EF4-FFF2-40B4-BE49-F238E27FC236}">
                <a16:creationId xmlns:a16="http://schemas.microsoft.com/office/drawing/2014/main" id="{6059A7ED-8C1D-820F-1777-726BA1E6F81A}"/>
              </a:ext>
            </a:extLst>
          </p:cNvPr>
          <p:cNvSpPr/>
          <p:nvPr/>
        </p:nvSpPr>
        <p:spPr>
          <a:xfrm>
            <a:off x="5082083" y="3399336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title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92;p2">
            <a:extLst>
              <a:ext uri="{FF2B5EF4-FFF2-40B4-BE49-F238E27FC236}">
                <a16:creationId xmlns:a16="http://schemas.microsoft.com/office/drawing/2014/main" id="{29223504-57CB-2288-7CE6-F6612C05D0D9}"/>
              </a:ext>
            </a:extLst>
          </p:cNvPr>
          <p:cNvSpPr/>
          <p:nvPr/>
        </p:nvSpPr>
        <p:spPr>
          <a:xfrm>
            <a:off x="3771904" y="2451785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Publisher_Name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92;p2">
            <a:extLst>
              <a:ext uri="{FF2B5EF4-FFF2-40B4-BE49-F238E27FC236}">
                <a16:creationId xmlns:a16="http://schemas.microsoft.com/office/drawing/2014/main" id="{0758A071-783B-FA4F-7E04-19268E61578F}"/>
              </a:ext>
            </a:extLst>
          </p:cNvPr>
          <p:cNvSpPr/>
          <p:nvPr/>
        </p:nvSpPr>
        <p:spPr>
          <a:xfrm>
            <a:off x="5102808" y="2306743"/>
            <a:ext cx="14001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Page_Count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97;p2">
            <a:extLst>
              <a:ext uri="{FF2B5EF4-FFF2-40B4-BE49-F238E27FC236}">
                <a16:creationId xmlns:a16="http://schemas.microsoft.com/office/drawing/2014/main" id="{8A6F17D2-CF93-933D-822D-15675818F40C}"/>
              </a:ext>
            </a:extLst>
          </p:cNvPr>
          <p:cNvCxnSpPr>
            <a:cxnSpLocks/>
            <a:stCxn id="45" idx="2"/>
            <a:endCxn id="14" idx="3"/>
          </p:cNvCxnSpPr>
          <p:nvPr/>
        </p:nvCxnSpPr>
        <p:spPr>
          <a:xfrm flipH="1">
            <a:off x="3479173" y="2716385"/>
            <a:ext cx="292731" cy="55495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62" name="Google Shape;97;p2">
            <a:extLst>
              <a:ext uri="{FF2B5EF4-FFF2-40B4-BE49-F238E27FC236}">
                <a16:creationId xmlns:a16="http://schemas.microsoft.com/office/drawing/2014/main" id="{DD97D685-90D2-D2AD-9AB1-CD15C32739FC}"/>
              </a:ext>
            </a:extLst>
          </p:cNvPr>
          <p:cNvCxnSpPr>
            <a:cxnSpLocks/>
            <a:stCxn id="46" idx="4"/>
            <a:endCxn id="14" idx="3"/>
          </p:cNvCxnSpPr>
          <p:nvPr/>
        </p:nvCxnSpPr>
        <p:spPr>
          <a:xfrm flipH="1">
            <a:off x="3479173" y="2835943"/>
            <a:ext cx="2323685" cy="43539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69" name="Google Shape;97;p2">
            <a:extLst>
              <a:ext uri="{FF2B5EF4-FFF2-40B4-BE49-F238E27FC236}">
                <a16:creationId xmlns:a16="http://schemas.microsoft.com/office/drawing/2014/main" id="{A90CCF02-412C-6F9E-339F-4CA6AA6683D4}"/>
              </a:ext>
            </a:extLst>
          </p:cNvPr>
          <p:cNvCxnSpPr>
            <a:cxnSpLocks/>
            <a:stCxn id="94" idx="2"/>
            <a:endCxn id="14" idx="3"/>
          </p:cNvCxnSpPr>
          <p:nvPr/>
        </p:nvCxnSpPr>
        <p:spPr>
          <a:xfrm flipH="1">
            <a:off x="3479173" y="3100621"/>
            <a:ext cx="2285191" cy="1707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72" name="Google Shape;97;p2">
            <a:extLst>
              <a:ext uri="{FF2B5EF4-FFF2-40B4-BE49-F238E27FC236}">
                <a16:creationId xmlns:a16="http://schemas.microsoft.com/office/drawing/2014/main" id="{0A25666D-F809-459E-F23F-A166BFEE24BB}"/>
              </a:ext>
            </a:extLst>
          </p:cNvPr>
          <p:cNvCxnSpPr>
            <a:cxnSpLocks/>
            <a:stCxn id="43" idx="0"/>
            <a:endCxn id="14" idx="3"/>
          </p:cNvCxnSpPr>
          <p:nvPr/>
        </p:nvCxnSpPr>
        <p:spPr>
          <a:xfrm flipH="1" flipV="1">
            <a:off x="3479173" y="3271341"/>
            <a:ext cx="2249560" cy="12799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75" name="Google Shape;97;p2">
            <a:extLst>
              <a:ext uri="{FF2B5EF4-FFF2-40B4-BE49-F238E27FC236}">
                <a16:creationId xmlns:a16="http://schemas.microsoft.com/office/drawing/2014/main" id="{26BFB38B-93FA-1A6C-4793-7F575E7362C3}"/>
              </a:ext>
            </a:extLst>
          </p:cNvPr>
          <p:cNvCxnSpPr>
            <a:cxnSpLocks/>
            <a:stCxn id="91" idx="0"/>
            <a:endCxn id="14" idx="3"/>
          </p:cNvCxnSpPr>
          <p:nvPr/>
        </p:nvCxnSpPr>
        <p:spPr>
          <a:xfrm flipH="1" flipV="1">
            <a:off x="3479173" y="3271341"/>
            <a:ext cx="1602910" cy="69218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78" name="Google Shape;97;p2">
            <a:extLst>
              <a:ext uri="{FF2B5EF4-FFF2-40B4-BE49-F238E27FC236}">
                <a16:creationId xmlns:a16="http://schemas.microsoft.com/office/drawing/2014/main" id="{80BB7D94-3264-7EA6-D174-DB45A68AEF1E}"/>
              </a:ext>
            </a:extLst>
          </p:cNvPr>
          <p:cNvCxnSpPr>
            <a:cxnSpLocks/>
            <a:stCxn id="198" idx="0"/>
            <a:endCxn id="14" idx="3"/>
          </p:cNvCxnSpPr>
          <p:nvPr/>
        </p:nvCxnSpPr>
        <p:spPr>
          <a:xfrm flipH="1" flipV="1">
            <a:off x="3479173" y="3271341"/>
            <a:ext cx="334425" cy="5153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04" name="Google Shape;92;p2">
            <a:extLst>
              <a:ext uri="{FF2B5EF4-FFF2-40B4-BE49-F238E27FC236}">
                <a16:creationId xmlns:a16="http://schemas.microsoft.com/office/drawing/2014/main" id="{64BD1658-C9DB-3526-E05F-656AC8F5FE30}"/>
              </a:ext>
            </a:extLst>
          </p:cNvPr>
          <p:cNvSpPr/>
          <p:nvPr/>
        </p:nvSpPr>
        <p:spPr>
          <a:xfrm>
            <a:off x="3322859" y="5113053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92;p2">
            <a:extLst>
              <a:ext uri="{FF2B5EF4-FFF2-40B4-BE49-F238E27FC236}">
                <a16:creationId xmlns:a16="http://schemas.microsoft.com/office/drawing/2014/main" id="{271FBF59-9D35-163C-6C49-B0C861B2178A}"/>
              </a:ext>
            </a:extLst>
          </p:cNvPr>
          <p:cNvSpPr/>
          <p:nvPr/>
        </p:nvSpPr>
        <p:spPr>
          <a:xfrm>
            <a:off x="8649884" y="1290500"/>
            <a:ext cx="1497900" cy="468001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92;p2">
            <a:extLst>
              <a:ext uri="{FF2B5EF4-FFF2-40B4-BE49-F238E27FC236}">
                <a16:creationId xmlns:a16="http://schemas.microsoft.com/office/drawing/2014/main" id="{1ABCE4F4-9D74-DF82-58B6-E3E048A52C15}"/>
              </a:ext>
            </a:extLst>
          </p:cNvPr>
          <p:cNvSpPr/>
          <p:nvPr/>
        </p:nvSpPr>
        <p:spPr>
          <a:xfrm>
            <a:off x="7584875" y="1768827"/>
            <a:ext cx="1497900" cy="468001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Inventory_Status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97;p2">
            <a:extLst>
              <a:ext uri="{FF2B5EF4-FFF2-40B4-BE49-F238E27FC236}">
                <a16:creationId xmlns:a16="http://schemas.microsoft.com/office/drawing/2014/main" id="{95847BDD-2FCC-52DE-529F-7622CAAB3BCE}"/>
              </a:ext>
            </a:extLst>
          </p:cNvPr>
          <p:cNvCxnSpPr>
            <a:cxnSpLocks/>
            <a:stCxn id="2" idx="2"/>
            <a:endCxn id="84" idx="3"/>
          </p:cNvCxnSpPr>
          <p:nvPr/>
        </p:nvCxnSpPr>
        <p:spPr>
          <a:xfrm flipH="1" flipV="1">
            <a:off x="8176369" y="783961"/>
            <a:ext cx="1123729" cy="20954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10" name="Google Shape;97;p2">
            <a:extLst>
              <a:ext uri="{FF2B5EF4-FFF2-40B4-BE49-F238E27FC236}">
                <a16:creationId xmlns:a16="http://schemas.microsoft.com/office/drawing/2014/main" id="{A3EA90D7-F13C-DF71-453F-1D6DD6BB84CE}"/>
              </a:ext>
            </a:extLst>
          </p:cNvPr>
          <p:cNvCxnSpPr>
            <a:cxnSpLocks/>
            <a:stCxn id="105" idx="1"/>
            <a:endCxn id="84" idx="2"/>
          </p:cNvCxnSpPr>
          <p:nvPr/>
        </p:nvCxnSpPr>
        <p:spPr>
          <a:xfrm flipH="1" flipV="1">
            <a:off x="7427419" y="1077061"/>
            <a:ext cx="1441827" cy="28197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13" name="Google Shape;97;p2">
            <a:extLst>
              <a:ext uri="{FF2B5EF4-FFF2-40B4-BE49-F238E27FC236}">
                <a16:creationId xmlns:a16="http://schemas.microsoft.com/office/drawing/2014/main" id="{C221928B-96EF-1EB6-0BC2-E95DB5E61654}"/>
              </a:ext>
            </a:extLst>
          </p:cNvPr>
          <p:cNvCxnSpPr>
            <a:cxnSpLocks/>
            <a:stCxn id="106" idx="0"/>
            <a:endCxn id="84" idx="2"/>
          </p:cNvCxnSpPr>
          <p:nvPr/>
        </p:nvCxnSpPr>
        <p:spPr>
          <a:xfrm flipH="1" flipV="1">
            <a:off x="7427419" y="1077061"/>
            <a:ext cx="906406" cy="69176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17" name="Google Shape;91;p2">
            <a:extLst>
              <a:ext uri="{FF2B5EF4-FFF2-40B4-BE49-F238E27FC236}">
                <a16:creationId xmlns:a16="http://schemas.microsoft.com/office/drawing/2014/main" id="{AC46A544-40BC-6666-73FC-02018FA57B49}"/>
              </a:ext>
            </a:extLst>
          </p:cNvPr>
          <p:cNvSpPr/>
          <p:nvPr/>
        </p:nvSpPr>
        <p:spPr>
          <a:xfrm>
            <a:off x="8861384" y="200714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Copy_Number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97;p2">
            <a:extLst>
              <a:ext uri="{FF2B5EF4-FFF2-40B4-BE49-F238E27FC236}">
                <a16:creationId xmlns:a16="http://schemas.microsoft.com/office/drawing/2014/main" id="{548BD678-0242-63A0-9E18-876D3CD2640A}"/>
              </a:ext>
            </a:extLst>
          </p:cNvPr>
          <p:cNvCxnSpPr>
            <a:cxnSpLocks/>
            <a:stCxn id="117" idx="2"/>
            <a:endCxn id="85" idx="3"/>
          </p:cNvCxnSpPr>
          <p:nvPr/>
        </p:nvCxnSpPr>
        <p:spPr>
          <a:xfrm flipH="1">
            <a:off x="8136967" y="472964"/>
            <a:ext cx="724417" cy="30503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38" name="Google Shape;92;p2">
            <a:extLst>
              <a:ext uri="{FF2B5EF4-FFF2-40B4-BE49-F238E27FC236}">
                <a16:creationId xmlns:a16="http://schemas.microsoft.com/office/drawing/2014/main" id="{43320C4B-2082-EDDE-86D0-AA18805C6F9E}"/>
              </a:ext>
            </a:extLst>
          </p:cNvPr>
          <p:cNvSpPr/>
          <p:nvPr/>
        </p:nvSpPr>
        <p:spPr>
          <a:xfrm>
            <a:off x="9275348" y="4354855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97;p2">
            <a:extLst>
              <a:ext uri="{FF2B5EF4-FFF2-40B4-BE49-F238E27FC236}">
                <a16:creationId xmlns:a16="http://schemas.microsoft.com/office/drawing/2014/main" id="{6019DB47-2217-9446-945B-30E1CCBB9882}"/>
              </a:ext>
            </a:extLst>
          </p:cNvPr>
          <p:cNvCxnSpPr>
            <a:cxnSpLocks/>
            <a:stCxn id="138" idx="2"/>
            <a:endCxn id="5" idx="0"/>
          </p:cNvCxnSpPr>
          <p:nvPr/>
        </p:nvCxnSpPr>
        <p:spPr>
          <a:xfrm flipH="1">
            <a:off x="8530684" y="4619455"/>
            <a:ext cx="744664" cy="21445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50" name="Google Shape;92;p2">
            <a:extLst>
              <a:ext uri="{FF2B5EF4-FFF2-40B4-BE49-F238E27FC236}">
                <a16:creationId xmlns:a16="http://schemas.microsoft.com/office/drawing/2014/main" id="{1D4464CB-9D48-9E5F-5123-D7F93D51C306}"/>
              </a:ext>
            </a:extLst>
          </p:cNvPr>
          <p:cNvSpPr/>
          <p:nvPr/>
        </p:nvSpPr>
        <p:spPr>
          <a:xfrm>
            <a:off x="7490317" y="5464562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</a:t>
            </a:r>
          </a:p>
        </p:txBody>
      </p:sp>
      <p:sp>
        <p:nvSpPr>
          <p:cNvPr id="151" name="Google Shape;92;p2">
            <a:extLst>
              <a:ext uri="{FF2B5EF4-FFF2-40B4-BE49-F238E27FC236}">
                <a16:creationId xmlns:a16="http://schemas.microsoft.com/office/drawing/2014/main" id="{5F5E37D4-2ABE-79F1-D45E-212BED182C8D}"/>
              </a:ext>
            </a:extLst>
          </p:cNvPr>
          <p:cNvSpPr/>
          <p:nvPr/>
        </p:nvSpPr>
        <p:spPr>
          <a:xfrm>
            <a:off x="6780769" y="6034122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Street</a:t>
            </a:r>
          </a:p>
        </p:txBody>
      </p:sp>
      <p:sp>
        <p:nvSpPr>
          <p:cNvPr id="152" name="Google Shape;92;p2">
            <a:extLst>
              <a:ext uri="{FF2B5EF4-FFF2-40B4-BE49-F238E27FC236}">
                <a16:creationId xmlns:a16="http://schemas.microsoft.com/office/drawing/2014/main" id="{86413AFE-BCE8-2368-ED68-5B0EBDC60E05}"/>
              </a:ext>
            </a:extLst>
          </p:cNvPr>
          <p:cNvSpPr/>
          <p:nvPr/>
        </p:nvSpPr>
        <p:spPr>
          <a:xfrm>
            <a:off x="8214734" y="6050741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City</a:t>
            </a:r>
          </a:p>
        </p:txBody>
      </p:sp>
      <p:sp>
        <p:nvSpPr>
          <p:cNvPr id="153" name="Google Shape;92;p2">
            <a:extLst>
              <a:ext uri="{FF2B5EF4-FFF2-40B4-BE49-F238E27FC236}">
                <a16:creationId xmlns:a16="http://schemas.microsoft.com/office/drawing/2014/main" id="{309EA224-CAAE-035F-8D73-86371DC0DCD4}"/>
              </a:ext>
            </a:extLst>
          </p:cNvPr>
          <p:cNvSpPr/>
          <p:nvPr/>
        </p:nvSpPr>
        <p:spPr>
          <a:xfrm>
            <a:off x="9636972" y="6194994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</a:t>
            </a:r>
          </a:p>
        </p:txBody>
      </p:sp>
      <p:sp>
        <p:nvSpPr>
          <p:cNvPr id="154" name="Google Shape;92;p2">
            <a:extLst>
              <a:ext uri="{FF2B5EF4-FFF2-40B4-BE49-F238E27FC236}">
                <a16:creationId xmlns:a16="http://schemas.microsoft.com/office/drawing/2014/main" id="{F6EDE73C-A590-6155-77D0-10652552C4D8}"/>
              </a:ext>
            </a:extLst>
          </p:cNvPr>
          <p:cNvSpPr/>
          <p:nvPr/>
        </p:nvSpPr>
        <p:spPr>
          <a:xfrm>
            <a:off x="9094583" y="5444289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Zip</a:t>
            </a:r>
          </a:p>
        </p:txBody>
      </p:sp>
      <p:cxnSp>
        <p:nvCxnSpPr>
          <p:cNvPr id="155" name="Google Shape;97;p2">
            <a:extLst>
              <a:ext uri="{FF2B5EF4-FFF2-40B4-BE49-F238E27FC236}">
                <a16:creationId xmlns:a16="http://schemas.microsoft.com/office/drawing/2014/main" id="{49A28CE2-E27A-73CB-8FC7-87C436B0E5C6}"/>
              </a:ext>
            </a:extLst>
          </p:cNvPr>
          <p:cNvCxnSpPr>
            <a:cxnSpLocks/>
            <a:stCxn id="154" idx="2"/>
            <a:endCxn id="150" idx="6"/>
          </p:cNvCxnSpPr>
          <p:nvPr/>
        </p:nvCxnSpPr>
        <p:spPr>
          <a:xfrm flipH="1">
            <a:off x="8783617" y="5708889"/>
            <a:ext cx="310966" cy="2027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58" name="Google Shape;97;p2">
            <a:extLst>
              <a:ext uri="{FF2B5EF4-FFF2-40B4-BE49-F238E27FC236}">
                <a16:creationId xmlns:a16="http://schemas.microsoft.com/office/drawing/2014/main" id="{64EC9F9B-782B-0054-97BB-DB006B608E7B}"/>
              </a:ext>
            </a:extLst>
          </p:cNvPr>
          <p:cNvCxnSpPr>
            <a:cxnSpLocks/>
            <a:stCxn id="151" idx="0"/>
            <a:endCxn id="150" idx="3"/>
          </p:cNvCxnSpPr>
          <p:nvPr/>
        </p:nvCxnSpPr>
        <p:spPr>
          <a:xfrm flipV="1">
            <a:off x="7427419" y="5916262"/>
            <a:ext cx="252297" cy="1178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61" name="Google Shape;97;p2">
            <a:extLst>
              <a:ext uri="{FF2B5EF4-FFF2-40B4-BE49-F238E27FC236}">
                <a16:creationId xmlns:a16="http://schemas.microsoft.com/office/drawing/2014/main" id="{E8C8D864-4083-3090-B95E-706FDE323C00}"/>
              </a:ext>
            </a:extLst>
          </p:cNvPr>
          <p:cNvCxnSpPr>
            <a:cxnSpLocks/>
            <a:stCxn id="152" idx="1"/>
            <a:endCxn id="150" idx="4"/>
          </p:cNvCxnSpPr>
          <p:nvPr/>
        </p:nvCxnSpPr>
        <p:spPr>
          <a:xfrm flipH="1" flipV="1">
            <a:off x="8136967" y="5993762"/>
            <a:ext cx="267166" cy="13447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64" name="Google Shape;97;p2">
            <a:extLst>
              <a:ext uri="{FF2B5EF4-FFF2-40B4-BE49-F238E27FC236}">
                <a16:creationId xmlns:a16="http://schemas.microsoft.com/office/drawing/2014/main" id="{A7AB4183-7E4F-A2A4-B086-8DF63952B2F0}"/>
              </a:ext>
            </a:extLst>
          </p:cNvPr>
          <p:cNvCxnSpPr>
            <a:cxnSpLocks/>
            <a:stCxn id="153" idx="0"/>
            <a:endCxn id="150" idx="5"/>
          </p:cNvCxnSpPr>
          <p:nvPr/>
        </p:nvCxnSpPr>
        <p:spPr>
          <a:xfrm flipH="1" flipV="1">
            <a:off x="8594218" y="5916262"/>
            <a:ext cx="1689404" cy="2787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67" name="Google Shape;97;p2">
            <a:extLst>
              <a:ext uri="{FF2B5EF4-FFF2-40B4-BE49-F238E27FC236}">
                <a16:creationId xmlns:a16="http://schemas.microsoft.com/office/drawing/2014/main" id="{99315499-0023-CAB6-D9DD-C5BD7B88993D}"/>
              </a:ext>
            </a:extLst>
          </p:cNvPr>
          <p:cNvCxnSpPr>
            <a:cxnSpLocks/>
            <a:stCxn id="5" idx="2"/>
            <a:endCxn id="150" idx="0"/>
          </p:cNvCxnSpPr>
          <p:nvPr/>
        </p:nvCxnSpPr>
        <p:spPr>
          <a:xfrm flipH="1">
            <a:off x="8136967" y="5301907"/>
            <a:ext cx="393717" cy="16265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70" name="Google Shape;92;p2">
            <a:extLst>
              <a:ext uri="{FF2B5EF4-FFF2-40B4-BE49-F238E27FC236}">
                <a16:creationId xmlns:a16="http://schemas.microsoft.com/office/drawing/2014/main" id="{FC6A0E67-8A46-45CA-F6EC-EDAE0962D82B}"/>
              </a:ext>
            </a:extLst>
          </p:cNvPr>
          <p:cNvSpPr/>
          <p:nvPr/>
        </p:nvSpPr>
        <p:spPr>
          <a:xfrm>
            <a:off x="487558" y="5037307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First_Chapter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92;p2">
            <a:extLst>
              <a:ext uri="{FF2B5EF4-FFF2-40B4-BE49-F238E27FC236}">
                <a16:creationId xmlns:a16="http://schemas.microsoft.com/office/drawing/2014/main" id="{2417B78E-6492-B9DA-1232-087B28CFA96E}"/>
              </a:ext>
            </a:extLst>
          </p:cNvPr>
          <p:cNvSpPr/>
          <p:nvPr/>
        </p:nvSpPr>
        <p:spPr>
          <a:xfrm>
            <a:off x="4698177" y="4971348"/>
            <a:ext cx="1600368" cy="881749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First_Appearance_Publication_Date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92;p2">
            <a:extLst>
              <a:ext uri="{FF2B5EF4-FFF2-40B4-BE49-F238E27FC236}">
                <a16:creationId xmlns:a16="http://schemas.microsoft.com/office/drawing/2014/main" id="{5034111E-7045-2C29-4643-21CCDBADB4CF}"/>
              </a:ext>
            </a:extLst>
          </p:cNvPr>
          <p:cNvSpPr/>
          <p:nvPr/>
        </p:nvSpPr>
        <p:spPr>
          <a:xfrm>
            <a:off x="10174484" y="1841875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sng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Birthdate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" name="Google Shape;97;p2">
            <a:extLst>
              <a:ext uri="{FF2B5EF4-FFF2-40B4-BE49-F238E27FC236}">
                <a16:creationId xmlns:a16="http://schemas.microsoft.com/office/drawing/2014/main" id="{88D38790-FE24-C500-C1F8-92376985E260}"/>
              </a:ext>
            </a:extLst>
          </p:cNvPr>
          <p:cNvCxnSpPr>
            <a:cxnSpLocks/>
            <a:stCxn id="173" idx="2"/>
            <a:endCxn id="82" idx="0"/>
          </p:cNvCxnSpPr>
          <p:nvPr/>
        </p:nvCxnSpPr>
        <p:spPr>
          <a:xfrm flipH="1">
            <a:off x="9271169" y="2106475"/>
            <a:ext cx="903315" cy="3723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77" name="Google Shape;97;p2">
            <a:extLst>
              <a:ext uri="{FF2B5EF4-FFF2-40B4-BE49-F238E27FC236}">
                <a16:creationId xmlns:a16="http://schemas.microsoft.com/office/drawing/2014/main" id="{9E3B40B2-5110-69E4-1CB3-90F75CB5F66B}"/>
              </a:ext>
            </a:extLst>
          </p:cNvPr>
          <p:cNvCxnSpPr>
            <a:cxnSpLocks/>
            <a:stCxn id="104" idx="4"/>
            <a:endCxn id="4" idx="0"/>
          </p:cNvCxnSpPr>
          <p:nvPr/>
        </p:nvCxnSpPr>
        <p:spPr>
          <a:xfrm>
            <a:off x="3969509" y="5642253"/>
            <a:ext cx="293025" cy="31874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80" name="Google Shape;97;p2">
            <a:extLst>
              <a:ext uri="{FF2B5EF4-FFF2-40B4-BE49-F238E27FC236}">
                <a16:creationId xmlns:a16="http://schemas.microsoft.com/office/drawing/2014/main" id="{3B19D64A-2D36-CE87-92A6-192ECEF7615F}"/>
              </a:ext>
            </a:extLst>
          </p:cNvPr>
          <p:cNvCxnSpPr>
            <a:cxnSpLocks/>
            <a:stCxn id="172" idx="3"/>
            <a:endCxn id="4" idx="0"/>
          </p:cNvCxnSpPr>
          <p:nvPr/>
        </p:nvCxnSpPr>
        <p:spPr>
          <a:xfrm flipH="1">
            <a:off x="4262534" y="5723968"/>
            <a:ext cx="670011" cy="23702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98" name="Google Shape;92;p2">
            <a:extLst>
              <a:ext uri="{FF2B5EF4-FFF2-40B4-BE49-F238E27FC236}">
                <a16:creationId xmlns:a16="http://schemas.microsoft.com/office/drawing/2014/main" id="{2EE18651-B4D5-6AF4-BE6F-EE8A5052F82A}"/>
              </a:ext>
            </a:extLst>
          </p:cNvPr>
          <p:cNvSpPr/>
          <p:nvPr/>
        </p:nvSpPr>
        <p:spPr>
          <a:xfrm>
            <a:off x="3166948" y="3786666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92;p2">
            <a:extLst>
              <a:ext uri="{FF2B5EF4-FFF2-40B4-BE49-F238E27FC236}">
                <a16:creationId xmlns:a16="http://schemas.microsoft.com/office/drawing/2014/main" id="{5457C797-4729-CBC8-FA7B-C57D2AC15E93}"/>
              </a:ext>
            </a:extLst>
          </p:cNvPr>
          <p:cNvSpPr/>
          <p:nvPr/>
        </p:nvSpPr>
        <p:spPr>
          <a:xfrm>
            <a:off x="442331" y="6131244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First_Page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86;p2">
            <a:extLst>
              <a:ext uri="{FF2B5EF4-FFF2-40B4-BE49-F238E27FC236}">
                <a16:creationId xmlns:a16="http://schemas.microsoft.com/office/drawing/2014/main" id="{08F07848-604C-CE3D-8934-C4A0F5EC7ADF}"/>
              </a:ext>
            </a:extLst>
          </p:cNvPr>
          <p:cNvCxnSpPr>
            <a:cxnSpLocks/>
            <a:stCxn id="32" idx="1"/>
            <a:endCxn id="170" idx="4"/>
          </p:cNvCxnSpPr>
          <p:nvPr/>
        </p:nvCxnSpPr>
        <p:spPr>
          <a:xfrm flipH="1" flipV="1">
            <a:off x="1134208" y="5566507"/>
            <a:ext cx="49815" cy="30674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205" name="Google Shape;86;p2">
            <a:extLst>
              <a:ext uri="{FF2B5EF4-FFF2-40B4-BE49-F238E27FC236}">
                <a16:creationId xmlns:a16="http://schemas.microsoft.com/office/drawing/2014/main" id="{D228FFC5-7934-E4C3-840C-648BDEC47337}"/>
              </a:ext>
            </a:extLst>
          </p:cNvPr>
          <p:cNvCxnSpPr>
            <a:cxnSpLocks/>
            <a:stCxn id="201" idx="0"/>
            <a:endCxn id="32" idx="1"/>
          </p:cNvCxnSpPr>
          <p:nvPr/>
        </p:nvCxnSpPr>
        <p:spPr>
          <a:xfrm flipV="1">
            <a:off x="1088981" y="5873250"/>
            <a:ext cx="95042" cy="25799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21" name="Google Shape;96;p2">
            <a:extLst>
              <a:ext uri="{FF2B5EF4-FFF2-40B4-BE49-F238E27FC236}">
                <a16:creationId xmlns:a16="http://schemas.microsoft.com/office/drawing/2014/main" id="{1184706F-4CDD-E093-4FEB-340832AB4DAE}"/>
              </a:ext>
            </a:extLst>
          </p:cNvPr>
          <p:cNvSpPr/>
          <p:nvPr/>
        </p:nvSpPr>
        <p:spPr>
          <a:xfrm>
            <a:off x="10719954" y="-196064"/>
            <a:ext cx="1191600" cy="608100"/>
          </a:xfrm>
          <a:prstGeom prst="wedgeRoundRectCallout">
            <a:avLst>
              <a:gd name="adj1" fmla="val -99490"/>
              <a:gd name="adj2" fmla="val 59033"/>
              <a:gd name="adj3" fmla="val 16667"/>
            </a:avLst>
          </a:prstGeom>
          <a:solidFill>
            <a:srgbClr val="FFF1B2">
              <a:alpha val="43530"/>
            </a:srgbClr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Partial Key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EB66FB80-36CC-B903-5EF4-F536C297BE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79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FBBB91EE-43AD-1739-722C-7C0ED6E90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>
            <a:extLst>
              <a:ext uri="{FF2B5EF4-FFF2-40B4-BE49-F238E27FC236}">
                <a16:creationId xmlns:a16="http://schemas.microsoft.com/office/drawing/2014/main" id="{BCB448B4-4A29-F095-FE52-12828774B0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6050" y="123825"/>
            <a:ext cx="107790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sz="2160" dirty="0"/>
              <a:t>Task 6 – Identify Cardinality Constraint</a:t>
            </a:r>
            <a:endParaRPr dirty="0"/>
          </a:p>
        </p:txBody>
      </p:sp>
      <p:sp>
        <p:nvSpPr>
          <p:cNvPr id="82" name="Google Shape;82;p2">
            <a:extLst>
              <a:ext uri="{FF2B5EF4-FFF2-40B4-BE49-F238E27FC236}">
                <a16:creationId xmlns:a16="http://schemas.microsoft.com/office/drawing/2014/main" id="{C0E742A9-65B5-524D-6E29-EF5A318DE239}"/>
              </a:ext>
            </a:extLst>
          </p:cNvPr>
          <p:cNvSpPr/>
          <p:nvPr/>
        </p:nvSpPr>
        <p:spPr>
          <a:xfrm>
            <a:off x="8571119" y="2478863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" name="Google Shape;83;p2">
            <a:extLst>
              <a:ext uri="{FF2B5EF4-FFF2-40B4-BE49-F238E27FC236}">
                <a16:creationId xmlns:a16="http://schemas.microsoft.com/office/drawing/2014/main" id="{90A1DA1F-F6AC-7594-62B0-28383A244EDF}"/>
              </a:ext>
            </a:extLst>
          </p:cNvPr>
          <p:cNvGrpSpPr/>
          <p:nvPr/>
        </p:nvGrpSpPr>
        <p:grpSpPr>
          <a:xfrm>
            <a:off x="6678469" y="490861"/>
            <a:ext cx="1497900" cy="586200"/>
            <a:chOff x="-2693116" y="2284388"/>
            <a:chExt cx="1497900" cy="586200"/>
          </a:xfrm>
        </p:grpSpPr>
        <p:sp>
          <p:nvSpPr>
            <p:cNvPr id="84" name="Google Shape;84;p2">
              <a:extLst>
                <a:ext uri="{FF2B5EF4-FFF2-40B4-BE49-F238E27FC236}">
                  <a16:creationId xmlns:a16="http://schemas.microsoft.com/office/drawing/2014/main" id="{E40B81DB-C5F5-2EAC-CCAF-DDA58A0C1C62}"/>
                </a:ext>
              </a:extLst>
            </p:cNvPr>
            <p:cNvSpPr/>
            <p:nvPr/>
          </p:nvSpPr>
          <p:spPr>
            <a:xfrm>
              <a:off x="-2693116" y="2284388"/>
              <a:ext cx="1497900" cy="5862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">
              <a:extLst>
                <a:ext uri="{FF2B5EF4-FFF2-40B4-BE49-F238E27FC236}">
                  <a16:creationId xmlns:a16="http://schemas.microsoft.com/office/drawing/2014/main" id="{C1AFF1A2-CD00-0B5C-E38E-CFBF3696F19E}"/>
                </a:ext>
              </a:extLst>
            </p:cNvPr>
            <p:cNvSpPr/>
            <p:nvPr/>
          </p:nvSpPr>
          <p:spPr>
            <a:xfrm>
              <a:off x="-2634718" y="2337521"/>
              <a:ext cx="1400100" cy="468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 err="1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Used_Copy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0338680F-E928-9B5F-22CD-99F489932A43}"/>
              </a:ext>
            </a:extLst>
          </p:cNvPr>
          <p:cNvSpPr/>
          <p:nvPr/>
        </p:nvSpPr>
        <p:spPr>
          <a:xfrm>
            <a:off x="4438883" y="3963522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ISBN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>
            <a:extLst>
              <a:ext uri="{FF2B5EF4-FFF2-40B4-BE49-F238E27FC236}">
                <a16:creationId xmlns:a16="http://schemas.microsoft.com/office/drawing/2014/main" id="{CA721FA8-AB7F-FF5C-294A-AF199D83A2FD}"/>
              </a:ext>
            </a:extLst>
          </p:cNvPr>
          <p:cNvSpPr/>
          <p:nvPr/>
        </p:nvSpPr>
        <p:spPr>
          <a:xfrm>
            <a:off x="10298681" y="2652236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1400" b="0" i="0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915868FB-21FF-4EA6-DA5F-6CE064385FED}"/>
              </a:ext>
            </a:extLst>
          </p:cNvPr>
          <p:cNvGrpSpPr/>
          <p:nvPr/>
        </p:nvGrpSpPr>
        <p:grpSpPr>
          <a:xfrm>
            <a:off x="5764364" y="2844503"/>
            <a:ext cx="1413035" cy="512235"/>
            <a:chOff x="556313" y="4827396"/>
            <a:chExt cx="1236900" cy="730200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89ECEDC6-AD25-AA8A-A333-666F66A9E3AB}"/>
                </a:ext>
              </a:extLst>
            </p:cNvPr>
            <p:cNvSpPr/>
            <p:nvPr/>
          </p:nvSpPr>
          <p:spPr>
            <a:xfrm>
              <a:off x="556313" y="4827396"/>
              <a:ext cx="1236900" cy="7302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5B710C4C-263E-BEC6-2881-BB4DDE790D85}"/>
                </a:ext>
              </a:extLst>
            </p:cNvPr>
            <p:cNvSpPr/>
            <p:nvPr/>
          </p:nvSpPr>
          <p:spPr>
            <a:xfrm>
              <a:off x="630975" y="4909162"/>
              <a:ext cx="1087500" cy="5673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Tag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" name="Google Shape;99;p2">
            <a:extLst>
              <a:ext uri="{FF2B5EF4-FFF2-40B4-BE49-F238E27FC236}">
                <a16:creationId xmlns:a16="http://schemas.microsoft.com/office/drawing/2014/main" id="{BE4DD130-42A4-CE4E-4150-CA1037BC8825}"/>
              </a:ext>
            </a:extLst>
          </p:cNvPr>
          <p:cNvGrpSpPr/>
          <p:nvPr/>
        </p:nvGrpSpPr>
        <p:grpSpPr>
          <a:xfrm>
            <a:off x="4506908" y="744909"/>
            <a:ext cx="1769830" cy="601664"/>
            <a:chOff x="259630" y="3076443"/>
            <a:chExt cx="2013000" cy="840900"/>
          </a:xfrm>
        </p:grpSpPr>
        <p:sp>
          <p:nvSpPr>
            <p:cNvPr id="100" name="Google Shape;100;p2">
              <a:extLst>
                <a:ext uri="{FF2B5EF4-FFF2-40B4-BE49-F238E27FC236}">
                  <a16:creationId xmlns:a16="http://schemas.microsoft.com/office/drawing/2014/main" id="{5A06EF03-2B2F-C8A8-7AF1-7BBE0A8F5516}"/>
                </a:ext>
              </a:extLst>
            </p:cNvPr>
            <p:cNvSpPr/>
            <p:nvPr/>
          </p:nvSpPr>
          <p:spPr>
            <a:xfrm>
              <a:off x="259630" y="3076443"/>
              <a:ext cx="2013000" cy="8409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>
              <a:extLst>
                <a:ext uri="{FF2B5EF4-FFF2-40B4-BE49-F238E27FC236}">
                  <a16:creationId xmlns:a16="http://schemas.microsoft.com/office/drawing/2014/main" id="{1D34497D-5314-1CC7-37ED-90B9CCD64F60}"/>
                </a:ext>
              </a:extLst>
            </p:cNvPr>
            <p:cNvSpPr/>
            <p:nvPr/>
          </p:nvSpPr>
          <p:spPr>
            <a:xfrm>
              <a:off x="370759" y="3128720"/>
              <a:ext cx="1790101" cy="735899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dirty="0"/>
                <a:t>Contains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570F1F19-E3F6-3971-8793-E52063D7F643}"/>
              </a:ext>
            </a:extLst>
          </p:cNvPr>
          <p:cNvSpPr/>
          <p:nvPr/>
        </p:nvSpPr>
        <p:spPr>
          <a:xfrm>
            <a:off x="664170" y="3958200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Shipped_By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2;p2">
            <a:extLst>
              <a:ext uri="{FF2B5EF4-FFF2-40B4-BE49-F238E27FC236}">
                <a16:creationId xmlns:a16="http://schemas.microsoft.com/office/drawing/2014/main" id="{741A0C67-BF47-C47D-F660-D412DC9E5773}"/>
              </a:ext>
            </a:extLst>
          </p:cNvPr>
          <p:cNvSpPr/>
          <p:nvPr/>
        </p:nvSpPr>
        <p:spPr>
          <a:xfrm>
            <a:off x="3562484" y="5960994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82;p2">
            <a:extLst>
              <a:ext uri="{FF2B5EF4-FFF2-40B4-BE49-F238E27FC236}">
                <a16:creationId xmlns:a16="http://schemas.microsoft.com/office/drawing/2014/main" id="{ADF128E2-1E67-C5F5-799A-3D181CDCC37F}"/>
              </a:ext>
            </a:extLst>
          </p:cNvPr>
          <p:cNvSpPr/>
          <p:nvPr/>
        </p:nvSpPr>
        <p:spPr>
          <a:xfrm>
            <a:off x="7830634" y="4833907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Drop_Shipper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" name="Google Shape;86;p2">
            <a:extLst>
              <a:ext uri="{FF2B5EF4-FFF2-40B4-BE49-F238E27FC236}">
                <a16:creationId xmlns:a16="http://schemas.microsoft.com/office/drawing/2014/main" id="{4B3A8CAE-F9A6-8A2A-EF88-5C0F4AD5D804}"/>
              </a:ext>
            </a:extLst>
          </p:cNvPr>
          <p:cNvCxnSpPr>
            <a:cxnSpLocks/>
            <a:stCxn id="14" idx="1"/>
            <a:endCxn id="13" idx="4"/>
          </p:cNvCxnSpPr>
          <p:nvPr/>
        </p:nvCxnSpPr>
        <p:spPr>
          <a:xfrm flipH="1" flipV="1">
            <a:off x="1778542" y="3248865"/>
            <a:ext cx="300531" cy="2247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3" name="Google Shape;90;p2">
            <a:extLst>
              <a:ext uri="{FF2B5EF4-FFF2-40B4-BE49-F238E27FC236}">
                <a16:creationId xmlns:a16="http://schemas.microsoft.com/office/drawing/2014/main" id="{3001ED12-D770-C31D-F427-FEEDD553EE9E}"/>
              </a:ext>
            </a:extLst>
          </p:cNvPr>
          <p:cNvSpPr/>
          <p:nvPr/>
        </p:nvSpPr>
        <p:spPr>
          <a:xfrm>
            <a:off x="1641742" y="2994765"/>
            <a:ext cx="273600" cy="254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2;p2">
            <a:extLst>
              <a:ext uri="{FF2B5EF4-FFF2-40B4-BE49-F238E27FC236}">
                <a16:creationId xmlns:a16="http://schemas.microsoft.com/office/drawing/2014/main" id="{60609F02-5364-90CA-8B53-F742902E34C7}"/>
              </a:ext>
            </a:extLst>
          </p:cNvPr>
          <p:cNvSpPr/>
          <p:nvPr/>
        </p:nvSpPr>
        <p:spPr>
          <a:xfrm>
            <a:off x="2079073" y="3037341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Book</a:t>
            </a:r>
            <a:endParaRPr sz="1400" b="0" i="0" u="none" strike="noStrike" cap="none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82;p2">
            <a:extLst>
              <a:ext uri="{FF2B5EF4-FFF2-40B4-BE49-F238E27FC236}">
                <a16:creationId xmlns:a16="http://schemas.microsoft.com/office/drawing/2014/main" id="{B129025E-DC98-FB2A-DC2E-0F8D432E1800}"/>
              </a:ext>
            </a:extLst>
          </p:cNvPr>
          <p:cNvSpPr/>
          <p:nvPr/>
        </p:nvSpPr>
        <p:spPr>
          <a:xfrm>
            <a:off x="662808" y="1991790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New_Book</a:t>
            </a: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82;p2">
            <a:extLst>
              <a:ext uri="{FF2B5EF4-FFF2-40B4-BE49-F238E27FC236}">
                <a16:creationId xmlns:a16="http://schemas.microsoft.com/office/drawing/2014/main" id="{C9B6F6C1-3EAC-E55F-432A-9D2A04B787FC}"/>
              </a:ext>
            </a:extLst>
          </p:cNvPr>
          <p:cNvSpPr/>
          <p:nvPr/>
        </p:nvSpPr>
        <p:spPr>
          <a:xfrm>
            <a:off x="2779123" y="1507712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Used_Book</a:t>
            </a: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Google Shape;86;p2">
            <a:extLst>
              <a:ext uri="{FF2B5EF4-FFF2-40B4-BE49-F238E27FC236}">
                <a16:creationId xmlns:a16="http://schemas.microsoft.com/office/drawing/2014/main" id="{F1F1D446-1D61-D927-93E0-BA039D8CDA25}"/>
              </a:ext>
            </a:extLst>
          </p:cNvPr>
          <p:cNvCxnSpPr>
            <a:cxnSpLocks/>
            <a:stCxn id="13" idx="1"/>
            <a:endCxn id="15" idx="2"/>
          </p:cNvCxnSpPr>
          <p:nvPr/>
        </p:nvCxnSpPr>
        <p:spPr>
          <a:xfrm flipH="1" flipV="1">
            <a:off x="1362858" y="2459790"/>
            <a:ext cx="318952" cy="5721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8" name="Google Shape;86;p2">
            <a:extLst>
              <a:ext uri="{FF2B5EF4-FFF2-40B4-BE49-F238E27FC236}">
                <a16:creationId xmlns:a16="http://schemas.microsoft.com/office/drawing/2014/main" id="{F02FF604-7AF8-6834-CAD2-63CB1C86C6B1}"/>
              </a:ext>
            </a:extLst>
          </p:cNvPr>
          <p:cNvCxnSpPr>
            <a:cxnSpLocks/>
            <a:stCxn id="16" idx="2"/>
            <a:endCxn id="13" idx="7"/>
          </p:cNvCxnSpPr>
          <p:nvPr/>
        </p:nvCxnSpPr>
        <p:spPr>
          <a:xfrm flipH="1">
            <a:off x="1875274" y="1975712"/>
            <a:ext cx="1603899" cy="105626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9" name="Google Shape;103;p2">
            <a:extLst>
              <a:ext uri="{FF2B5EF4-FFF2-40B4-BE49-F238E27FC236}">
                <a16:creationId xmlns:a16="http://schemas.microsoft.com/office/drawing/2014/main" id="{C430C30D-2924-9F29-3A7E-7369019B71CA}"/>
              </a:ext>
            </a:extLst>
          </p:cNvPr>
          <p:cNvSpPr/>
          <p:nvPr/>
        </p:nvSpPr>
        <p:spPr>
          <a:xfrm>
            <a:off x="4848073" y="1501215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Written_By</a:t>
            </a: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86;p2">
            <a:extLst>
              <a:ext uri="{FF2B5EF4-FFF2-40B4-BE49-F238E27FC236}">
                <a16:creationId xmlns:a16="http://schemas.microsoft.com/office/drawing/2014/main" id="{AC621F5F-4402-B83A-C88D-0CB3948E8A9C}"/>
              </a:ext>
            </a:extLst>
          </p:cNvPr>
          <p:cNvCxnSpPr>
            <a:cxnSpLocks/>
            <a:stCxn id="32" idx="0"/>
            <a:endCxn id="14" idx="2"/>
          </p:cNvCxnSpPr>
          <p:nvPr/>
        </p:nvCxnSpPr>
        <p:spPr>
          <a:xfrm flipV="1">
            <a:off x="2079073" y="3505341"/>
            <a:ext cx="700050" cy="208620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23" name="Google Shape;86;p2">
            <a:extLst>
              <a:ext uri="{FF2B5EF4-FFF2-40B4-BE49-F238E27FC236}">
                <a16:creationId xmlns:a16="http://schemas.microsoft.com/office/drawing/2014/main" id="{1AFA815D-E70C-9DF8-0225-B7D05CD90AFB}"/>
              </a:ext>
            </a:extLst>
          </p:cNvPr>
          <p:cNvCxnSpPr>
            <a:cxnSpLocks/>
            <a:stCxn id="4" idx="1"/>
            <a:endCxn id="32" idx="3"/>
          </p:cNvCxnSpPr>
          <p:nvPr/>
        </p:nvCxnSpPr>
        <p:spPr>
          <a:xfrm flipH="1" flipV="1">
            <a:off x="2974123" y="5873250"/>
            <a:ext cx="588361" cy="32174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25" name="Google Shape;86;p2">
            <a:extLst>
              <a:ext uri="{FF2B5EF4-FFF2-40B4-BE49-F238E27FC236}">
                <a16:creationId xmlns:a16="http://schemas.microsoft.com/office/drawing/2014/main" id="{53689DB1-D66D-A592-E9F2-34E582013B59}"/>
              </a:ext>
            </a:extLst>
          </p:cNvPr>
          <p:cNvCxnSpPr>
            <a:cxnSpLocks/>
            <a:stCxn id="14" idx="0"/>
            <a:endCxn id="19" idx="1"/>
          </p:cNvCxnSpPr>
          <p:nvPr/>
        </p:nvCxnSpPr>
        <p:spPr>
          <a:xfrm flipV="1">
            <a:off x="2779123" y="1782915"/>
            <a:ext cx="2068950" cy="125442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28" name="Google Shape;86;p2">
            <a:extLst>
              <a:ext uri="{FF2B5EF4-FFF2-40B4-BE49-F238E27FC236}">
                <a16:creationId xmlns:a16="http://schemas.microsoft.com/office/drawing/2014/main" id="{10083727-B69E-C535-0F80-9E06D6187317}"/>
              </a:ext>
            </a:extLst>
          </p:cNvPr>
          <p:cNvCxnSpPr>
            <a:cxnSpLocks/>
            <a:stCxn id="82" idx="1"/>
            <a:endCxn id="19" idx="3"/>
          </p:cNvCxnSpPr>
          <p:nvPr/>
        </p:nvCxnSpPr>
        <p:spPr>
          <a:xfrm flipH="1" flipV="1">
            <a:off x="6638173" y="1782915"/>
            <a:ext cx="1932946" cy="9299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32" name="Google Shape;103;p2">
            <a:extLst>
              <a:ext uri="{FF2B5EF4-FFF2-40B4-BE49-F238E27FC236}">
                <a16:creationId xmlns:a16="http://schemas.microsoft.com/office/drawing/2014/main" id="{1DE1F6CB-3B70-D70B-9799-D5A9C59E5976}"/>
              </a:ext>
            </a:extLst>
          </p:cNvPr>
          <p:cNvSpPr/>
          <p:nvPr/>
        </p:nvSpPr>
        <p:spPr>
          <a:xfrm>
            <a:off x="1184023" y="5591550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Appears_In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" name="Google Shape;86;p2">
            <a:extLst>
              <a:ext uri="{FF2B5EF4-FFF2-40B4-BE49-F238E27FC236}">
                <a16:creationId xmlns:a16="http://schemas.microsoft.com/office/drawing/2014/main" id="{A4BE7711-F975-8BAB-FF86-D7A8A303BF57}"/>
              </a:ext>
            </a:extLst>
          </p:cNvPr>
          <p:cNvCxnSpPr>
            <a:cxnSpLocks/>
            <a:stCxn id="15" idx="2"/>
            <a:endCxn id="103" idx="1"/>
          </p:cNvCxnSpPr>
          <p:nvPr/>
        </p:nvCxnSpPr>
        <p:spPr>
          <a:xfrm flipH="1">
            <a:off x="664170" y="2459790"/>
            <a:ext cx="698688" cy="178011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38" name="Google Shape;86;p2">
            <a:extLst>
              <a:ext uri="{FF2B5EF4-FFF2-40B4-BE49-F238E27FC236}">
                <a16:creationId xmlns:a16="http://schemas.microsoft.com/office/drawing/2014/main" id="{95640B1F-1A11-3A94-CB32-9278FC0DBDBD}"/>
              </a:ext>
            </a:extLst>
          </p:cNvPr>
          <p:cNvCxnSpPr>
            <a:cxnSpLocks/>
            <a:stCxn id="103" idx="3"/>
            <a:endCxn id="5" idx="1"/>
          </p:cNvCxnSpPr>
          <p:nvPr/>
        </p:nvCxnSpPr>
        <p:spPr>
          <a:xfrm>
            <a:off x="2454270" y="4239900"/>
            <a:ext cx="5376364" cy="82800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44" name="Google Shape;86;p2">
            <a:extLst>
              <a:ext uri="{FF2B5EF4-FFF2-40B4-BE49-F238E27FC236}">
                <a16:creationId xmlns:a16="http://schemas.microsoft.com/office/drawing/2014/main" id="{34DAB1E0-A072-B349-67F2-83B39DF6CFCE}"/>
              </a:ext>
            </a:extLst>
          </p:cNvPr>
          <p:cNvCxnSpPr>
            <a:cxnSpLocks/>
            <a:stCxn id="16" idx="0"/>
            <a:endCxn id="100" idx="1"/>
          </p:cNvCxnSpPr>
          <p:nvPr/>
        </p:nvCxnSpPr>
        <p:spPr>
          <a:xfrm flipV="1">
            <a:off x="3479173" y="1045741"/>
            <a:ext cx="1027735" cy="46197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47" name="Google Shape;86;p2">
            <a:extLst>
              <a:ext uri="{FF2B5EF4-FFF2-40B4-BE49-F238E27FC236}">
                <a16:creationId xmlns:a16="http://schemas.microsoft.com/office/drawing/2014/main" id="{760D1209-1E19-D407-7E80-07096BC231B2}"/>
              </a:ext>
            </a:extLst>
          </p:cNvPr>
          <p:cNvCxnSpPr>
            <a:cxnSpLocks/>
            <a:stCxn id="100" idx="3"/>
            <a:endCxn id="84" idx="1"/>
          </p:cNvCxnSpPr>
          <p:nvPr/>
        </p:nvCxnSpPr>
        <p:spPr>
          <a:xfrm flipV="1">
            <a:off x="6276738" y="783961"/>
            <a:ext cx="401731" cy="26178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2" name="Google Shape;92;p2">
            <a:extLst>
              <a:ext uri="{FF2B5EF4-FFF2-40B4-BE49-F238E27FC236}">
                <a16:creationId xmlns:a16="http://schemas.microsoft.com/office/drawing/2014/main" id="{37200CAB-06DC-03D4-3D7B-A5ED6A6577B3}"/>
              </a:ext>
            </a:extLst>
          </p:cNvPr>
          <p:cNvSpPr/>
          <p:nvPr/>
        </p:nvSpPr>
        <p:spPr>
          <a:xfrm>
            <a:off x="9300098" y="765648"/>
            <a:ext cx="1497900" cy="455708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Date_Aquired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2;p2">
            <a:extLst>
              <a:ext uri="{FF2B5EF4-FFF2-40B4-BE49-F238E27FC236}">
                <a16:creationId xmlns:a16="http://schemas.microsoft.com/office/drawing/2014/main" id="{E1DB4360-1BE1-C0C8-F2AC-F2F6310F1D06}"/>
              </a:ext>
            </a:extLst>
          </p:cNvPr>
          <p:cNvSpPr/>
          <p:nvPr/>
        </p:nvSpPr>
        <p:spPr>
          <a:xfrm>
            <a:off x="9271169" y="3429000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First_Name</a:t>
            </a:r>
            <a:endParaRPr lang="en-US" sz="1200" b="0" i="0" u="sng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2;p2">
            <a:extLst>
              <a:ext uri="{FF2B5EF4-FFF2-40B4-BE49-F238E27FC236}">
                <a16:creationId xmlns:a16="http://schemas.microsoft.com/office/drawing/2014/main" id="{86E46FE5-F4CC-CE2A-0209-30601E402022}"/>
              </a:ext>
            </a:extLst>
          </p:cNvPr>
          <p:cNvSpPr/>
          <p:nvPr/>
        </p:nvSpPr>
        <p:spPr>
          <a:xfrm>
            <a:off x="10564469" y="3726153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Last_Name</a:t>
            </a:r>
            <a:endParaRPr lang="en-US" sz="1200" b="0" i="0" u="sng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Google Shape;97;p2">
            <a:extLst>
              <a:ext uri="{FF2B5EF4-FFF2-40B4-BE49-F238E27FC236}">
                <a16:creationId xmlns:a16="http://schemas.microsoft.com/office/drawing/2014/main" id="{E7515580-9F74-2CB6-FC25-61C57136B394}"/>
              </a:ext>
            </a:extLst>
          </p:cNvPr>
          <p:cNvCxnSpPr>
            <a:cxnSpLocks/>
            <a:stCxn id="3" idx="0"/>
            <a:endCxn id="92" idx="3"/>
          </p:cNvCxnSpPr>
          <p:nvPr/>
        </p:nvCxnSpPr>
        <p:spPr>
          <a:xfrm flipV="1">
            <a:off x="9917819" y="3103936"/>
            <a:ext cx="570261" cy="32506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1" name="Google Shape;97;p2">
            <a:extLst>
              <a:ext uri="{FF2B5EF4-FFF2-40B4-BE49-F238E27FC236}">
                <a16:creationId xmlns:a16="http://schemas.microsoft.com/office/drawing/2014/main" id="{5ED369F2-9A5E-8F05-A61F-5AEF6BAA6205}"/>
              </a:ext>
            </a:extLst>
          </p:cNvPr>
          <p:cNvCxnSpPr>
            <a:cxnSpLocks/>
            <a:stCxn id="6" idx="0"/>
            <a:endCxn id="92" idx="4"/>
          </p:cNvCxnSpPr>
          <p:nvPr/>
        </p:nvCxnSpPr>
        <p:spPr>
          <a:xfrm flipH="1" flipV="1">
            <a:off x="10945331" y="3181436"/>
            <a:ext cx="265788" cy="54471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24" name="Google Shape;97;p2">
            <a:extLst>
              <a:ext uri="{FF2B5EF4-FFF2-40B4-BE49-F238E27FC236}">
                <a16:creationId xmlns:a16="http://schemas.microsoft.com/office/drawing/2014/main" id="{B89C03AF-E5FF-D0D3-C722-F521C605B5C0}"/>
              </a:ext>
            </a:extLst>
          </p:cNvPr>
          <p:cNvCxnSpPr>
            <a:cxnSpLocks/>
            <a:stCxn id="82" idx="3"/>
            <a:endCxn id="92" idx="1"/>
          </p:cNvCxnSpPr>
          <p:nvPr/>
        </p:nvCxnSpPr>
        <p:spPr>
          <a:xfrm>
            <a:off x="9971219" y="2712863"/>
            <a:ext cx="516861" cy="1687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43" name="Google Shape;92;p2">
            <a:extLst>
              <a:ext uri="{FF2B5EF4-FFF2-40B4-BE49-F238E27FC236}">
                <a16:creationId xmlns:a16="http://schemas.microsoft.com/office/drawing/2014/main" id="{FD88F511-7065-7D7C-F4C8-E558DAD3D812}"/>
              </a:ext>
            </a:extLst>
          </p:cNvPr>
          <p:cNvSpPr/>
          <p:nvPr/>
        </p:nvSpPr>
        <p:spPr>
          <a:xfrm>
            <a:off x="5082083" y="3399336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title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92;p2">
            <a:extLst>
              <a:ext uri="{FF2B5EF4-FFF2-40B4-BE49-F238E27FC236}">
                <a16:creationId xmlns:a16="http://schemas.microsoft.com/office/drawing/2014/main" id="{B134B7BB-7B75-A46D-1EF4-276376C5CB25}"/>
              </a:ext>
            </a:extLst>
          </p:cNvPr>
          <p:cNvSpPr/>
          <p:nvPr/>
        </p:nvSpPr>
        <p:spPr>
          <a:xfrm>
            <a:off x="3771904" y="2451785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Publisher_Name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92;p2">
            <a:extLst>
              <a:ext uri="{FF2B5EF4-FFF2-40B4-BE49-F238E27FC236}">
                <a16:creationId xmlns:a16="http://schemas.microsoft.com/office/drawing/2014/main" id="{DAD5A828-35A1-F51E-F165-A4D7750A93B6}"/>
              </a:ext>
            </a:extLst>
          </p:cNvPr>
          <p:cNvSpPr/>
          <p:nvPr/>
        </p:nvSpPr>
        <p:spPr>
          <a:xfrm>
            <a:off x="5102808" y="2306743"/>
            <a:ext cx="14001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Page_Count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97;p2">
            <a:extLst>
              <a:ext uri="{FF2B5EF4-FFF2-40B4-BE49-F238E27FC236}">
                <a16:creationId xmlns:a16="http://schemas.microsoft.com/office/drawing/2014/main" id="{01728BBD-5F56-5C06-C960-9777DE331CE3}"/>
              </a:ext>
            </a:extLst>
          </p:cNvPr>
          <p:cNvCxnSpPr>
            <a:cxnSpLocks/>
            <a:stCxn id="45" idx="2"/>
            <a:endCxn id="14" idx="3"/>
          </p:cNvCxnSpPr>
          <p:nvPr/>
        </p:nvCxnSpPr>
        <p:spPr>
          <a:xfrm flipH="1">
            <a:off x="3479173" y="2716385"/>
            <a:ext cx="292731" cy="55495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62" name="Google Shape;97;p2">
            <a:extLst>
              <a:ext uri="{FF2B5EF4-FFF2-40B4-BE49-F238E27FC236}">
                <a16:creationId xmlns:a16="http://schemas.microsoft.com/office/drawing/2014/main" id="{EBC64B6D-4230-C44F-8298-C75202B2D25E}"/>
              </a:ext>
            </a:extLst>
          </p:cNvPr>
          <p:cNvCxnSpPr>
            <a:cxnSpLocks/>
            <a:stCxn id="46" idx="4"/>
            <a:endCxn id="14" idx="3"/>
          </p:cNvCxnSpPr>
          <p:nvPr/>
        </p:nvCxnSpPr>
        <p:spPr>
          <a:xfrm flipH="1">
            <a:off x="3479173" y="2835943"/>
            <a:ext cx="2323685" cy="43539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69" name="Google Shape;97;p2">
            <a:extLst>
              <a:ext uri="{FF2B5EF4-FFF2-40B4-BE49-F238E27FC236}">
                <a16:creationId xmlns:a16="http://schemas.microsoft.com/office/drawing/2014/main" id="{C86B7126-E8A0-647D-E4D4-3FEE385B9B93}"/>
              </a:ext>
            </a:extLst>
          </p:cNvPr>
          <p:cNvCxnSpPr>
            <a:cxnSpLocks/>
            <a:stCxn id="94" idx="2"/>
            <a:endCxn id="14" idx="3"/>
          </p:cNvCxnSpPr>
          <p:nvPr/>
        </p:nvCxnSpPr>
        <p:spPr>
          <a:xfrm flipH="1">
            <a:off x="3479173" y="3100621"/>
            <a:ext cx="2285191" cy="1707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72" name="Google Shape;97;p2">
            <a:extLst>
              <a:ext uri="{FF2B5EF4-FFF2-40B4-BE49-F238E27FC236}">
                <a16:creationId xmlns:a16="http://schemas.microsoft.com/office/drawing/2014/main" id="{B7AC755C-1D68-1145-487E-9EB2782D989F}"/>
              </a:ext>
            </a:extLst>
          </p:cNvPr>
          <p:cNvCxnSpPr>
            <a:cxnSpLocks/>
            <a:stCxn id="43" idx="0"/>
            <a:endCxn id="14" idx="3"/>
          </p:cNvCxnSpPr>
          <p:nvPr/>
        </p:nvCxnSpPr>
        <p:spPr>
          <a:xfrm flipH="1" flipV="1">
            <a:off x="3479173" y="3271341"/>
            <a:ext cx="2249560" cy="12799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75" name="Google Shape;97;p2">
            <a:extLst>
              <a:ext uri="{FF2B5EF4-FFF2-40B4-BE49-F238E27FC236}">
                <a16:creationId xmlns:a16="http://schemas.microsoft.com/office/drawing/2014/main" id="{6DA6E564-B3EF-7F83-99EB-EE3A9AB68DAF}"/>
              </a:ext>
            </a:extLst>
          </p:cNvPr>
          <p:cNvCxnSpPr>
            <a:cxnSpLocks/>
            <a:stCxn id="91" idx="0"/>
            <a:endCxn id="14" idx="3"/>
          </p:cNvCxnSpPr>
          <p:nvPr/>
        </p:nvCxnSpPr>
        <p:spPr>
          <a:xfrm flipH="1" flipV="1">
            <a:off x="3479173" y="3271341"/>
            <a:ext cx="1602910" cy="69218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78" name="Google Shape;97;p2">
            <a:extLst>
              <a:ext uri="{FF2B5EF4-FFF2-40B4-BE49-F238E27FC236}">
                <a16:creationId xmlns:a16="http://schemas.microsoft.com/office/drawing/2014/main" id="{89559742-1773-CDEB-C0EC-6098E4C1C139}"/>
              </a:ext>
            </a:extLst>
          </p:cNvPr>
          <p:cNvCxnSpPr>
            <a:cxnSpLocks/>
            <a:stCxn id="198" idx="0"/>
            <a:endCxn id="14" idx="3"/>
          </p:cNvCxnSpPr>
          <p:nvPr/>
        </p:nvCxnSpPr>
        <p:spPr>
          <a:xfrm flipH="1" flipV="1">
            <a:off x="3479173" y="3271341"/>
            <a:ext cx="334425" cy="5153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04" name="Google Shape;92;p2">
            <a:extLst>
              <a:ext uri="{FF2B5EF4-FFF2-40B4-BE49-F238E27FC236}">
                <a16:creationId xmlns:a16="http://schemas.microsoft.com/office/drawing/2014/main" id="{0B18554A-E17B-23ED-2434-3689B5D17EF5}"/>
              </a:ext>
            </a:extLst>
          </p:cNvPr>
          <p:cNvSpPr/>
          <p:nvPr/>
        </p:nvSpPr>
        <p:spPr>
          <a:xfrm>
            <a:off x="3322859" y="5113053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92;p2">
            <a:extLst>
              <a:ext uri="{FF2B5EF4-FFF2-40B4-BE49-F238E27FC236}">
                <a16:creationId xmlns:a16="http://schemas.microsoft.com/office/drawing/2014/main" id="{7CF54D17-6C07-D54D-B010-B8C83726A79B}"/>
              </a:ext>
            </a:extLst>
          </p:cNvPr>
          <p:cNvSpPr/>
          <p:nvPr/>
        </p:nvSpPr>
        <p:spPr>
          <a:xfrm>
            <a:off x="8649884" y="1290500"/>
            <a:ext cx="1497900" cy="468001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92;p2">
            <a:extLst>
              <a:ext uri="{FF2B5EF4-FFF2-40B4-BE49-F238E27FC236}">
                <a16:creationId xmlns:a16="http://schemas.microsoft.com/office/drawing/2014/main" id="{6EC70AD0-008F-1922-3F60-3F75D887CE02}"/>
              </a:ext>
            </a:extLst>
          </p:cNvPr>
          <p:cNvSpPr/>
          <p:nvPr/>
        </p:nvSpPr>
        <p:spPr>
          <a:xfrm>
            <a:off x="7584875" y="1768827"/>
            <a:ext cx="1497900" cy="468001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Inventory_Status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97;p2">
            <a:extLst>
              <a:ext uri="{FF2B5EF4-FFF2-40B4-BE49-F238E27FC236}">
                <a16:creationId xmlns:a16="http://schemas.microsoft.com/office/drawing/2014/main" id="{BEB2D62D-017C-95E5-9A5F-D4194292727D}"/>
              </a:ext>
            </a:extLst>
          </p:cNvPr>
          <p:cNvCxnSpPr>
            <a:cxnSpLocks/>
            <a:stCxn id="2" idx="2"/>
            <a:endCxn id="84" idx="3"/>
          </p:cNvCxnSpPr>
          <p:nvPr/>
        </p:nvCxnSpPr>
        <p:spPr>
          <a:xfrm flipH="1" flipV="1">
            <a:off x="8176369" y="783961"/>
            <a:ext cx="1123729" cy="20954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10" name="Google Shape;97;p2">
            <a:extLst>
              <a:ext uri="{FF2B5EF4-FFF2-40B4-BE49-F238E27FC236}">
                <a16:creationId xmlns:a16="http://schemas.microsoft.com/office/drawing/2014/main" id="{C1C8C058-29C2-BDCA-C484-4F92FCDF67F0}"/>
              </a:ext>
            </a:extLst>
          </p:cNvPr>
          <p:cNvCxnSpPr>
            <a:cxnSpLocks/>
            <a:stCxn id="105" idx="1"/>
            <a:endCxn id="84" idx="2"/>
          </p:cNvCxnSpPr>
          <p:nvPr/>
        </p:nvCxnSpPr>
        <p:spPr>
          <a:xfrm flipH="1" flipV="1">
            <a:off x="7427419" y="1077061"/>
            <a:ext cx="1441827" cy="28197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13" name="Google Shape;97;p2">
            <a:extLst>
              <a:ext uri="{FF2B5EF4-FFF2-40B4-BE49-F238E27FC236}">
                <a16:creationId xmlns:a16="http://schemas.microsoft.com/office/drawing/2014/main" id="{9709C594-B6CB-6BD6-6477-950E2EB7F7F4}"/>
              </a:ext>
            </a:extLst>
          </p:cNvPr>
          <p:cNvCxnSpPr>
            <a:cxnSpLocks/>
            <a:stCxn id="106" idx="0"/>
            <a:endCxn id="84" idx="2"/>
          </p:cNvCxnSpPr>
          <p:nvPr/>
        </p:nvCxnSpPr>
        <p:spPr>
          <a:xfrm flipH="1" flipV="1">
            <a:off x="7427419" y="1077061"/>
            <a:ext cx="906406" cy="69176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17" name="Google Shape;91;p2">
            <a:extLst>
              <a:ext uri="{FF2B5EF4-FFF2-40B4-BE49-F238E27FC236}">
                <a16:creationId xmlns:a16="http://schemas.microsoft.com/office/drawing/2014/main" id="{FA8B0568-54A8-8CC6-A111-F13D9586CC66}"/>
              </a:ext>
            </a:extLst>
          </p:cNvPr>
          <p:cNvSpPr/>
          <p:nvPr/>
        </p:nvSpPr>
        <p:spPr>
          <a:xfrm>
            <a:off x="8861384" y="200714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Copy_Number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97;p2">
            <a:extLst>
              <a:ext uri="{FF2B5EF4-FFF2-40B4-BE49-F238E27FC236}">
                <a16:creationId xmlns:a16="http://schemas.microsoft.com/office/drawing/2014/main" id="{AA95A55C-D2CE-E567-063A-0600806BF459}"/>
              </a:ext>
            </a:extLst>
          </p:cNvPr>
          <p:cNvCxnSpPr>
            <a:cxnSpLocks/>
            <a:stCxn id="117" idx="2"/>
            <a:endCxn id="85" idx="3"/>
          </p:cNvCxnSpPr>
          <p:nvPr/>
        </p:nvCxnSpPr>
        <p:spPr>
          <a:xfrm flipH="1">
            <a:off x="8136967" y="472964"/>
            <a:ext cx="724417" cy="30503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38" name="Google Shape;92;p2">
            <a:extLst>
              <a:ext uri="{FF2B5EF4-FFF2-40B4-BE49-F238E27FC236}">
                <a16:creationId xmlns:a16="http://schemas.microsoft.com/office/drawing/2014/main" id="{75BF7AA5-835C-1954-90FA-037C30C24B8E}"/>
              </a:ext>
            </a:extLst>
          </p:cNvPr>
          <p:cNvSpPr/>
          <p:nvPr/>
        </p:nvSpPr>
        <p:spPr>
          <a:xfrm>
            <a:off x="9275348" y="4354855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97;p2">
            <a:extLst>
              <a:ext uri="{FF2B5EF4-FFF2-40B4-BE49-F238E27FC236}">
                <a16:creationId xmlns:a16="http://schemas.microsoft.com/office/drawing/2014/main" id="{7E182224-B7A9-C515-23A5-AE5D4AFB38C0}"/>
              </a:ext>
            </a:extLst>
          </p:cNvPr>
          <p:cNvCxnSpPr>
            <a:cxnSpLocks/>
            <a:stCxn id="138" idx="2"/>
            <a:endCxn id="5" idx="0"/>
          </p:cNvCxnSpPr>
          <p:nvPr/>
        </p:nvCxnSpPr>
        <p:spPr>
          <a:xfrm flipH="1">
            <a:off x="8530684" y="4619455"/>
            <a:ext cx="744664" cy="21445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50" name="Google Shape;92;p2">
            <a:extLst>
              <a:ext uri="{FF2B5EF4-FFF2-40B4-BE49-F238E27FC236}">
                <a16:creationId xmlns:a16="http://schemas.microsoft.com/office/drawing/2014/main" id="{1F3D78C8-47E7-7950-AD57-A4926748B206}"/>
              </a:ext>
            </a:extLst>
          </p:cNvPr>
          <p:cNvSpPr/>
          <p:nvPr/>
        </p:nvSpPr>
        <p:spPr>
          <a:xfrm>
            <a:off x="7490317" y="5464562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</a:t>
            </a:r>
          </a:p>
        </p:txBody>
      </p:sp>
      <p:sp>
        <p:nvSpPr>
          <p:cNvPr id="151" name="Google Shape;92;p2">
            <a:extLst>
              <a:ext uri="{FF2B5EF4-FFF2-40B4-BE49-F238E27FC236}">
                <a16:creationId xmlns:a16="http://schemas.microsoft.com/office/drawing/2014/main" id="{E3E2F1DB-A3BF-327F-A9BF-0CF62F2E6CE5}"/>
              </a:ext>
            </a:extLst>
          </p:cNvPr>
          <p:cNvSpPr/>
          <p:nvPr/>
        </p:nvSpPr>
        <p:spPr>
          <a:xfrm>
            <a:off x="6780769" y="6034122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Street</a:t>
            </a:r>
          </a:p>
        </p:txBody>
      </p:sp>
      <p:sp>
        <p:nvSpPr>
          <p:cNvPr id="152" name="Google Shape;92;p2">
            <a:extLst>
              <a:ext uri="{FF2B5EF4-FFF2-40B4-BE49-F238E27FC236}">
                <a16:creationId xmlns:a16="http://schemas.microsoft.com/office/drawing/2014/main" id="{73378F02-32CC-4B36-C001-015263CCE4A1}"/>
              </a:ext>
            </a:extLst>
          </p:cNvPr>
          <p:cNvSpPr/>
          <p:nvPr/>
        </p:nvSpPr>
        <p:spPr>
          <a:xfrm>
            <a:off x="8214734" y="6050741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City</a:t>
            </a:r>
          </a:p>
        </p:txBody>
      </p:sp>
      <p:sp>
        <p:nvSpPr>
          <p:cNvPr id="153" name="Google Shape;92;p2">
            <a:extLst>
              <a:ext uri="{FF2B5EF4-FFF2-40B4-BE49-F238E27FC236}">
                <a16:creationId xmlns:a16="http://schemas.microsoft.com/office/drawing/2014/main" id="{C9ECC5A6-97C5-ECC9-BBDF-DF9267E150C2}"/>
              </a:ext>
            </a:extLst>
          </p:cNvPr>
          <p:cNvSpPr/>
          <p:nvPr/>
        </p:nvSpPr>
        <p:spPr>
          <a:xfrm>
            <a:off x="9636972" y="6194994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</a:t>
            </a:r>
          </a:p>
        </p:txBody>
      </p:sp>
      <p:sp>
        <p:nvSpPr>
          <p:cNvPr id="154" name="Google Shape;92;p2">
            <a:extLst>
              <a:ext uri="{FF2B5EF4-FFF2-40B4-BE49-F238E27FC236}">
                <a16:creationId xmlns:a16="http://schemas.microsoft.com/office/drawing/2014/main" id="{AC38EDE8-9C58-729C-0E4E-D15080D5E5F2}"/>
              </a:ext>
            </a:extLst>
          </p:cNvPr>
          <p:cNvSpPr/>
          <p:nvPr/>
        </p:nvSpPr>
        <p:spPr>
          <a:xfrm>
            <a:off x="9094583" y="5444289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Zip</a:t>
            </a:r>
          </a:p>
        </p:txBody>
      </p:sp>
      <p:cxnSp>
        <p:nvCxnSpPr>
          <p:cNvPr id="155" name="Google Shape;97;p2">
            <a:extLst>
              <a:ext uri="{FF2B5EF4-FFF2-40B4-BE49-F238E27FC236}">
                <a16:creationId xmlns:a16="http://schemas.microsoft.com/office/drawing/2014/main" id="{382B51EC-D979-5B54-2090-1721DA5E36EE}"/>
              </a:ext>
            </a:extLst>
          </p:cNvPr>
          <p:cNvCxnSpPr>
            <a:cxnSpLocks/>
            <a:stCxn id="154" idx="2"/>
            <a:endCxn id="150" idx="6"/>
          </p:cNvCxnSpPr>
          <p:nvPr/>
        </p:nvCxnSpPr>
        <p:spPr>
          <a:xfrm flipH="1">
            <a:off x="8783617" y="5708889"/>
            <a:ext cx="310966" cy="2027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58" name="Google Shape;97;p2">
            <a:extLst>
              <a:ext uri="{FF2B5EF4-FFF2-40B4-BE49-F238E27FC236}">
                <a16:creationId xmlns:a16="http://schemas.microsoft.com/office/drawing/2014/main" id="{369E0833-7741-6929-E294-3AFB3AA775F0}"/>
              </a:ext>
            </a:extLst>
          </p:cNvPr>
          <p:cNvCxnSpPr>
            <a:cxnSpLocks/>
            <a:stCxn id="151" idx="0"/>
            <a:endCxn id="150" idx="3"/>
          </p:cNvCxnSpPr>
          <p:nvPr/>
        </p:nvCxnSpPr>
        <p:spPr>
          <a:xfrm flipV="1">
            <a:off x="7427419" y="5916262"/>
            <a:ext cx="252297" cy="1178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61" name="Google Shape;97;p2">
            <a:extLst>
              <a:ext uri="{FF2B5EF4-FFF2-40B4-BE49-F238E27FC236}">
                <a16:creationId xmlns:a16="http://schemas.microsoft.com/office/drawing/2014/main" id="{BD625782-9E79-DBB2-894A-9ED9DD042AAA}"/>
              </a:ext>
            </a:extLst>
          </p:cNvPr>
          <p:cNvCxnSpPr>
            <a:cxnSpLocks/>
            <a:stCxn id="152" idx="1"/>
            <a:endCxn id="150" idx="4"/>
          </p:cNvCxnSpPr>
          <p:nvPr/>
        </p:nvCxnSpPr>
        <p:spPr>
          <a:xfrm flipH="1" flipV="1">
            <a:off x="8136967" y="5993762"/>
            <a:ext cx="267166" cy="13447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64" name="Google Shape;97;p2">
            <a:extLst>
              <a:ext uri="{FF2B5EF4-FFF2-40B4-BE49-F238E27FC236}">
                <a16:creationId xmlns:a16="http://schemas.microsoft.com/office/drawing/2014/main" id="{A218F352-26CF-F5FA-A2D4-3935DE5E0E25}"/>
              </a:ext>
            </a:extLst>
          </p:cNvPr>
          <p:cNvCxnSpPr>
            <a:cxnSpLocks/>
            <a:stCxn id="153" idx="0"/>
            <a:endCxn id="150" idx="5"/>
          </p:cNvCxnSpPr>
          <p:nvPr/>
        </p:nvCxnSpPr>
        <p:spPr>
          <a:xfrm flipH="1" flipV="1">
            <a:off x="8594218" y="5916262"/>
            <a:ext cx="1689404" cy="2787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67" name="Google Shape;97;p2">
            <a:extLst>
              <a:ext uri="{FF2B5EF4-FFF2-40B4-BE49-F238E27FC236}">
                <a16:creationId xmlns:a16="http://schemas.microsoft.com/office/drawing/2014/main" id="{9ED3F41F-0AEC-44CE-3DCF-D6C51CD571A9}"/>
              </a:ext>
            </a:extLst>
          </p:cNvPr>
          <p:cNvCxnSpPr>
            <a:cxnSpLocks/>
            <a:stCxn id="5" idx="2"/>
            <a:endCxn id="150" idx="0"/>
          </p:cNvCxnSpPr>
          <p:nvPr/>
        </p:nvCxnSpPr>
        <p:spPr>
          <a:xfrm flipH="1">
            <a:off x="8136967" y="5301907"/>
            <a:ext cx="393717" cy="16265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70" name="Google Shape;92;p2">
            <a:extLst>
              <a:ext uri="{FF2B5EF4-FFF2-40B4-BE49-F238E27FC236}">
                <a16:creationId xmlns:a16="http://schemas.microsoft.com/office/drawing/2014/main" id="{5AB250E2-49E0-CD05-CDE9-8C9CC8ECD00C}"/>
              </a:ext>
            </a:extLst>
          </p:cNvPr>
          <p:cNvSpPr/>
          <p:nvPr/>
        </p:nvSpPr>
        <p:spPr>
          <a:xfrm>
            <a:off x="487558" y="5037307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First_Chapter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92;p2">
            <a:extLst>
              <a:ext uri="{FF2B5EF4-FFF2-40B4-BE49-F238E27FC236}">
                <a16:creationId xmlns:a16="http://schemas.microsoft.com/office/drawing/2014/main" id="{67178D12-2BC5-ED38-FC9D-01DCA30B51DF}"/>
              </a:ext>
            </a:extLst>
          </p:cNvPr>
          <p:cNvSpPr/>
          <p:nvPr/>
        </p:nvSpPr>
        <p:spPr>
          <a:xfrm>
            <a:off x="4698177" y="4971348"/>
            <a:ext cx="1600368" cy="881749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First_Appearance_Publication_Date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92;p2">
            <a:extLst>
              <a:ext uri="{FF2B5EF4-FFF2-40B4-BE49-F238E27FC236}">
                <a16:creationId xmlns:a16="http://schemas.microsoft.com/office/drawing/2014/main" id="{D7BD7E26-3CC1-357C-32B9-4A9164D6663B}"/>
              </a:ext>
            </a:extLst>
          </p:cNvPr>
          <p:cNvSpPr/>
          <p:nvPr/>
        </p:nvSpPr>
        <p:spPr>
          <a:xfrm>
            <a:off x="10174484" y="1841875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sng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Birthdate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" name="Google Shape;97;p2">
            <a:extLst>
              <a:ext uri="{FF2B5EF4-FFF2-40B4-BE49-F238E27FC236}">
                <a16:creationId xmlns:a16="http://schemas.microsoft.com/office/drawing/2014/main" id="{073F3813-560C-A1F8-2834-1A615B4515AD}"/>
              </a:ext>
            </a:extLst>
          </p:cNvPr>
          <p:cNvCxnSpPr>
            <a:cxnSpLocks/>
            <a:stCxn id="173" idx="2"/>
            <a:endCxn id="82" idx="0"/>
          </p:cNvCxnSpPr>
          <p:nvPr/>
        </p:nvCxnSpPr>
        <p:spPr>
          <a:xfrm flipH="1">
            <a:off x="9271169" y="2106475"/>
            <a:ext cx="903315" cy="3723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77" name="Google Shape;97;p2">
            <a:extLst>
              <a:ext uri="{FF2B5EF4-FFF2-40B4-BE49-F238E27FC236}">
                <a16:creationId xmlns:a16="http://schemas.microsoft.com/office/drawing/2014/main" id="{64744EA1-B0B1-05EE-744C-9623E69227E7}"/>
              </a:ext>
            </a:extLst>
          </p:cNvPr>
          <p:cNvCxnSpPr>
            <a:cxnSpLocks/>
            <a:stCxn id="104" idx="4"/>
            <a:endCxn id="4" idx="0"/>
          </p:cNvCxnSpPr>
          <p:nvPr/>
        </p:nvCxnSpPr>
        <p:spPr>
          <a:xfrm>
            <a:off x="3969509" y="5642253"/>
            <a:ext cx="293025" cy="31874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80" name="Google Shape;97;p2">
            <a:extLst>
              <a:ext uri="{FF2B5EF4-FFF2-40B4-BE49-F238E27FC236}">
                <a16:creationId xmlns:a16="http://schemas.microsoft.com/office/drawing/2014/main" id="{424B35B4-9326-B57C-1259-74F874EECA1C}"/>
              </a:ext>
            </a:extLst>
          </p:cNvPr>
          <p:cNvCxnSpPr>
            <a:cxnSpLocks/>
            <a:stCxn id="172" idx="3"/>
            <a:endCxn id="4" idx="0"/>
          </p:cNvCxnSpPr>
          <p:nvPr/>
        </p:nvCxnSpPr>
        <p:spPr>
          <a:xfrm flipH="1">
            <a:off x="4262534" y="5723968"/>
            <a:ext cx="670011" cy="23702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98" name="Google Shape;92;p2">
            <a:extLst>
              <a:ext uri="{FF2B5EF4-FFF2-40B4-BE49-F238E27FC236}">
                <a16:creationId xmlns:a16="http://schemas.microsoft.com/office/drawing/2014/main" id="{ACB67BC7-CD55-C00B-DB3A-F87936665D08}"/>
              </a:ext>
            </a:extLst>
          </p:cNvPr>
          <p:cNvSpPr/>
          <p:nvPr/>
        </p:nvSpPr>
        <p:spPr>
          <a:xfrm>
            <a:off x="3166948" y="3786666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92;p2">
            <a:extLst>
              <a:ext uri="{FF2B5EF4-FFF2-40B4-BE49-F238E27FC236}">
                <a16:creationId xmlns:a16="http://schemas.microsoft.com/office/drawing/2014/main" id="{9E37F561-92C8-BD95-3C0D-E1A97CF3A430}"/>
              </a:ext>
            </a:extLst>
          </p:cNvPr>
          <p:cNvSpPr/>
          <p:nvPr/>
        </p:nvSpPr>
        <p:spPr>
          <a:xfrm>
            <a:off x="442331" y="6131244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First_Page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86;p2">
            <a:extLst>
              <a:ext uri="{FF2B5EF4-FFF2-40B4-BE49-F238E27FC236}">
                <a16:creationId xmlns:a16="http://schemas.microsoft.com/office/drawing/2014/main" id="{2D24ACE4-DC7F-0BB9-779B-055033B81B91}"/>
              </a:ext>
            </a:extLst>
          </p:cNvPr>
          <p:cNvCxnSpPr>
            <a:cxnSpLocks/>
            <a:stCxn id="32" idx="1"/>
            <a:endCxn id="170" idx="4"/>
          </p:cNvCxnSpPr>
          <p:nvPr/>
        </p:nvCxnSpPr>
        <p:spPr>
          <a:xfrm flipH="1" flipV="1">
            <a:off x="1134208" y="5566507"/>
            <a:ext cx="49815" cy="30674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205" name="Google Shape;86;p2">
            <a:extLst>
              <a:ext uri="{FF2B5EF4-FFF2-40B4-BE49-F238E27FC236}">
                <a16:creationId xmlns:a16="http://schemas.microsoft.com/office/drawing/2014/main" id="{1FF19EBC-836A-F7BE-44DD-0469A52DE509}"/>
              </a:ext>
            </a:extLst>
          </p:cNvPr>
          <p:cNvCxnSpPr>
            <a:cxnSpLocks/>
            <a:stCxn id="201" idx="0"/>
            <a:endCxn id="32" idx="1"/>
          </p:cNvCxnSpPr>
          <p:nvPr/>
        </p:nvCxnSpPr>
        <p:spPr>
          <a:xfrm flipV="1">
            <a:off x="1088981" y="5873250"/>
            <a:ext cx="95042" cy="25799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21" name="Google Shape;96;p2">
            <a:extLst>
              <a:ext uri="{FF2B5EF4-FFF2-40B4-BE49-F238E27FC236}">
                <a16:creationId xmlns:a16="http://schemas.microsoft.com/office/drawing/2014/main" id="{72C70AD3-B4F5-5376-837A-587E29931055}"/>
              </a:ext>
            </a:extLst>
          </p:cNvPr>
          <p:cNvSpPr/>
          <p:nvPr/>
        </p:nvSpPr>
        <p:spPr>
          <a:xfrm>
            <a:off x="10719954" y="-196064"/>
            <a:ext cx="1191600" cy="608100"/>
          </a:xfrm>
          <a:prstGeom prst="wedgeRoundRectCallout">
            <a:avLst>
              <a:gd name="adj1" fmla="val -99490"/>
              <a:gd name="adj2" fmla="val 59033"/>
              <a:gd name="adj3" fmla="val 16667"/>
            </a:avLst>
          </a:prstGeom>
          <a:solidFill>
            <a:srgbClr val="FFF1B2">
              <a:alpha val="43530"/>
            </a:srgbClr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Partial Key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24;ged78e8fd57_0_0">
            <a:extLst>
              <a:ext uri="{FF2B5EF4-FFF2-40B4-BE49-F238E27FC236}">
                <a16:creationId xmlns:a16="http://schemas.microsoft.com/office/drawing/2014/main" id="{F3F21287-5ACF-152F-6B89-9B6B2ACA6C5E}"/>
              </a:ext>
            </a:extLst>
          </p:cNvPr>
          <p:cNvSpPr txBox="1"/>
          <p:nvPr/>
        </p:nvSpPr>
        <p:spPr>
          <a:xfrm>
            <a:off x="8283799" y="2691413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24;ged78e8fd57_0_0">
            <a:extLst>
              <a:ext uri="{FF2B5EF4-FFF2-40B4-BE49-F238E27FC236}">
                <a16:creationId xmlns:a16="http://schemas.microsoft.com/office/drawing/2014/main" id="{D7E12D68-8C77-801C-B729-9872475BA621}"/>
              </a:ext>
            </a:extLst>
          </p:cNvPr>
          <p:cNvSpPr txBox="1"/>
          <p:nvPr/>
        </p:nvSpPr>
        <p:spPr>
          <a:xfrm>
            <a:off x="2442263" y="3489661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24;ged78e8fd57_0_0">
            <a:extLst>
              <a:ext uri="{FF2B5EF4-FFF2-40B4-BE49-F238E27FC236}">
                <a16:creationId xmlns:a16="http://schemas.microsoft.com/office/drawing/2014/main" id="{44F88619-D8F8-29F9-FD27-87CB9069310F}"/>
              </a:ext>
            </a:extLst>
          </p:cNvPr>
          <p:cNvSpPr txBox="1"/>
          <p:nvPr/>
        </p:nvSpPr>
        <p:spPr>
          <a:xfrm>
            <a:off x="3320592" y="5893110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124;ged78e8fd57_0_0">
            <a:extLst>
              <a:ext uri="{FF2B5EF4-FFF2-40B4-BE49-F238E27FC236}">
                <a16:creationId xmlns:a16="http://schemas.microsoft.com/office/drawing/2014/main" id="{175936BE-CCA5-568C-A081-B45852EF4004}"/>
              </a:ext>
            </a:extLst>
          </p:cNvPr>
          <p:cNvSpPr txBox="1"/>
          <p:nvPr/>
        </p:nvSpPr>
        <p:spPr>
          <a:xfrm>
            <a:off x="1039536" y="2435729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124;ged78e8fd57_0_0">
            <a:extLst>
              <a:ext uri="{FF2B5EF4-FFF2-40B4-BE49-F238E27FC236}">
                <a16:creationId xmlns:a16="http://schemas.microsoft.com/office/drawing/2014/main" id="{342B3B3B-A5D5-F6B9-E584-C7EE2073D69B}"/>
              </a:ext>
            </a:extLst>
          </p:cNvPr>
          <p:cNvSpPr txBox="1"/>
          <p:nvPr/>
        </p:nvSpPr>
        <p:spPr>
          <a:xfrm>
            <a:off x="6381850" y="519283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129;ged78e8fd57_0_0">
            <a:extLst>
              <a:ext uri="{FF2B5EF4-FFF2-40B4-BE49-F238E27FC236}">
                <a16:creationId xmlns:a16="http://schemas.microsoft.com/office/drawing/2014/main" id="{1F0EFA11-AE26-0383-4932-17C9DA46D3C4}"/>
              </a:ext>
            </a:extLst>
          </p:cNvPr>
          <p:cNvSpPr txBox="1"/>
          <p:nvPr/>
        </p:nvSpPr>
        <p:spPr>
          <a:xfrm>
            <a:off x="3295804" y="1323362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29;ged78e8fd57_0_0">
            <a:extLst>
              <a:ext uri="{FF2B5EF4-FFF2-40B4-BE49-F238E27FC236}">
                <a16:creationId xmlns:a16="http://schemas.microsoft.com/office/drawing/2014/main" id="{6F689442-DA71-C575-0CB0-8D47928378DD}"/>
              </a:ext>
            </a:extLst>
          </p:cNvPr>
          <p:cNvSpPr txBox="1"/>
          <p:nvPr/>
        </p:nvSpPr>
        <p:spPr>
          <a:xfrm>
            <a:off x="7592533" y="4794085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124;ged78e8fd57_0_0">
            <a:extLst>
              <a:ext uri="{FF2B5EF4-FFF2-40B4-BE49-F238E27FC236}">
                <a16:creationId xmlns:a16="http://schemas.microsoft.com/office/drawing/2014/main" id="{2528AF30-7EF1-60A4-1477-13A799F7CE8A}"/>
              </a:ext>
            </a:extLst>
          </p:cNvPr>
          <p:cNvSpPr txBox="1"/>
          <p:nvPr/>
        </p:nvSpPr>
        <p:spPr>
          <a:xfrm>
            <a:off x="3034250" y="2808250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A8B6FF95-3897-8E19-2E72-96E5E6609A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896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78087C68-EAD2-7180-2E73-ABC9A11ED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>
            <a:extLst>
              <a:ext uri="{FF2B5EF4-FFF2-40B4-BE49-F238E27FC236}">
                <a16:creationId xmlns:a16="http://schemas.microsoft.com/office/drawing/2014/main" id="{A54E4595-9317-38F3-1F4C-642426567E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6050" y="123825"/>
            <a:ext cx="107790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sz="2160" dirty="0"/>
              <a:t>Task 7 – Identify Participation Constraint</a:t>
            </a:r>
            <a:endParaRPr dirty="0"/>
          </a:p>
        </p:txBody>
      </p:sp>
      <p:sp>
        <p:nvSpPr>
          <p:cNvPr id="82" name="Google Shape;82;p2">
            <a:extLst>
              <a:ext uri="{FF2B5EF4-FFF2-40B4-BE49-F238E27FC236}">
                <a16:creationId xmlns:a16="http://schemas.microsoft.com/office/drawing/2014/main" id="{EC174BDF-D3DC-F8F5-98E7-8A41C4FD9DC9}"/>
              </a:ext>
            </a:extLst>
          </p:cNvPr>
          <p:cNvSpPr/>
          <p:nvPr/>
        </p:nvSpPr>
        <p:spPr>
          <a:xfrm>
            <a:off x="8571119" y="2478863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" name="Google Shape;83;p2">
            <a:extLst>
              <a:ext uri="{FF2B5EF4-FFF2-40B4-BE49-F238E27FC236}">
                <a16:creationId xmlns:a16="http://schemas.microsoft.com/office/drawing/2014/main" id="{F91C464F-F220-F6B5-1CF0-D0D618182C7E}"/>
              </a:ext>
            </a:extLst>
          </p:cNvPr>
          <p:cNvGrpSpPr/>
          <p:nvPr/>
        </p:nvGrpSpPr>
        <p:grpSpPr>
          <a:xfrm>
            <a:off x="6678469" y="490861"/>
            <a:ext cx="1497900" cy="586200"/>
            <a:chOff x="-2693116" y="2284388"/>
            <a:chExt cx="1497900" cy="586200"/>
          </a:xfrm>
        </p:grpSpPr>
        <p:sp>
          <p:nvSpPr>
            <p:cNvPr id="84" name="Google Shape;84;p2">
              <a:extLst>
                <a:ext uri="{FF2B5EF4-FFF2-40B4-BE49-F238E27FC236}">
                  <a16:creationId xmlns:a16="http://schemas.microsoft.com/office/drawing/2014/main" id="{B35D58E3-AF1E-181D-AA64-1DFA4D85FCAD}"/>
                </a:ext>
              </a:extLst>
            </p:cNvPr>
            <p:cNvSpPr/>
            <p:nvPr/>
          </p:nvSpPr>
          <p:spPr>
            <a:xfrm>
              <a:off x="-2693116" y="2284388"/>
              <a:ext cx="1497900" cy="5862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">
              <a:extLst>
                <a:ext uri="{FF2B5EF4-FFF2-40B4-BE49-F238E27FC236}">
                  <a16:creationId xmlns:a16="http://schemas.microsoft.com/office/drawing/2014/main" id="{66A5B06A-5D7F-7F12-CD5D-810F9603119A}"/>
                </a:ext>
              </a:extLst>
            </p:cNvPr>
            <p:cNvSpPr/>
            <p:nvPr/>
          </p:nvSpPr>
          <p:spPr>
            <a:xfrm>
              <a:off x="-2634718" y="2337521"/>
              <a:ext cx="1400100" cy="468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 err="1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Used_Copy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E1230E30-8931-B9AE-C216-0F64718ED9B2}"/>
              </a:ext>
            </a:extLst>
          </p:cNvPr>
          <p:cNvSpPr/>
          <p:nvPr/>
        </p:nvSpPr>
        <p:spPr>
          <a:xfrm>
            <a:off x="4438883" y="3963522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ISBN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>
            <a:extLst>
              <a:ext uri="{FF2B5EF4-FFF2-40B4-BE49-F238E27FC236}">
                <a16:creationId xmlns:a16="http://schemas.microsoft.com/office/drawing/2014/main" id="{DA9650C4-A054-9CE4-8D95-4A0056E2F3B5}"/>
              </a:ext>
            </a:extLst>
          </p:cNvPr>
          <p:cNvSpPr/>
          <p:nvPr/>
        </p:nvSpPr>
        <p:spPr>
          <a:xfrm>
            <a:off x="10298681" y="2652236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1400" b="0" i="0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687EBC1A-1387-6A15-0A58-4260D41363D1}"/>
              </a:ext>
            </a:extLst>
          </p:cNvPr>
          <p:cNvGrpSpPr/>
          <p:nvPr/>
        </p:nvGrpSpPr>
        <p:grpSpPr>
          <a:xfrm>
            <a:off x="5764364" y="2844503"/>
            <a:ext cx="1413035" cy="512235"/>
            <a:chOff x="556313" y="4827396"/>
            <a:chExt cx="1236900" cy="730200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6A2A06D8-A6E3-ED46-931D-F142EDBC63D8}"/>
                </a:ext>
              </a:extLst>
            </p:cNvPr>
            <p:cNvSpPr/>
            <p:nvPr/>
          </p:nvSpPr>
          <p:spPr>
            <a:xfrm>
              <a:off x="556313" y="4827396"/>
              <a:ext cx="1236900" cy="7302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746AC129-F484-19D0-CCE7-86DBD76407D6}"/>
                </a:ext>
              </a:extLst>
            </p:cNvPr>
            <p:cNvSpPr/>
            <p:nvPr/>
          </p:nvSpPr>
          <p:spPr>
            <a:xfrm>
              <a:off x="630975" y="4909162"/>
              <a:ext cx="1087500" cy="5673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Tag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" name="Google Shape;99;p2">
            <a:extLst>
              <a:ext uri="{FF2B5EF4-FFF2-40B4-BE49-F238E27FC236}">
                <a16:creationId xmlns:a16="http://schemas.microsoft.com/office/drawing/2014/main" id="{08E97BA1-7B57-A386-E619-5447CEAB0EC5}"/>
              </a:ext>
            </a:extLst>
          </p:cNvPr>
          <p:cNvGrpSpPr/>
          <p:nvPr/>
        </p:nvGrpSpPr>
        <p:grpSpPr>
          <a:xfrm>
            <a:off x="4506908" y="744909"/>
            <a:ext cx="1769830" cy="601664"/>
            <a:chOff x="259630" y="3076443"/>
            <a:chExt cx="2013000" cy="840900"/>
          </a:xfrm>
        </p:grpSpPr>
        <p:sp>
          <p:nvSpPr>
            <p:cNvPr id="100" name="Google Shape;100;p2">
              <a:extLst>
                <a:ext uri="{FF2B5EF4-FFF2-40B4-BE49-F238E27FC236}">
                  <a16:creationId xmlns:a16="http://schemas.microsoft.com/office/drawing/2014/main" id="{B099EB73-24D9-94D5-55FD-25F67ECE782A}"/>
                </a:ext>
              </a:extLst>
            </p:cNvPr>
            <p:cNvSpPr/>
            <p:nvPr/>
          </p:nvSpPr>
          <p:spPr>
            <a:xfrm>
              <a:off x="259630" y="3076443"/>
              <a:ext cx="2013000" cy="8409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>
              <a:extLst>
                <a:ext uri="{FF2B5EF4-FFF2-40B4-BE49-F238E27FC236}">
                  <a16:creationId xmlns:a16="http://schemas.microsoft.com/office/drawing/2014/main" id="{B313BB74-82A4-34C9-F8F7-60EEEC473189}"/>
                </a:ext>
              </a:extLst>
            </p:cNvPr>
            <p:cNvSpPr/>
            <p:nvPr/>
          </p:nvSpPr>
          <p:spPr>
            <a:xfrm>
              <a:off x="370759" y="3128720"/>
              <a:ext cx="1790101" cy="735899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dirty="0"/>
                <a:t>Contains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3DF03750-C113-5C4A-A1B7-655BDA3F1692}"/>
              </a:ext>
            </a:extLst>
          </p:cNvPr>
          <p:cNvSpPr/>
          <p:nvPr/>
        </p:nvSpPr>
        <p:spPr>
          <a:xfrm>
            <a:off x="664170" y="3958200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Shipped_By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2;p2">
            <a:extLst>
              <a:ext uri="{FF2B5EF4-FFF2-40B4-BE49-F238E27FC236}">
                <a16:creationId xmlns:a16="http://schemas.microsoft.com/office/drawing/2014/main" id="{BDAAB9C2-FAEE-2ED5-0101-DEBF325B5FC4}"/>
              </a:ext>
            </a:extLst>
          </p:cNvPr>
          <p:cNvSpPr/>
          <p:nvPr/>
        </p:nvSpPr>
        <p:spPr>
          <a:xfrm>
            <a:off x="3562484" y="5960994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82;p2">
            <a:extLst>
              <a:ext uri="{FF2B5EF4-FFF2-40B4-BE49-F238E27FC236}">
                <a16:creationId xmlns:a16="http://schemas.microsoft.com/office/drawing/2014/main" id="{CA1BCFC8-BAF3-24C5-0C3D-B7A9D605B8D9}"/>
              </a:ext>
            </a:extLst>
          </p:cNvPr>
          <p:cNvSpPr/>
          <p:nvPr/>
        </p:nvSpPr>
        <p:spPr>
          <a:xfrm>
            <a:off x="7830634" y="4833907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Drop_Shipper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" name="Google Shape;86;p2">
            <a:extLst>
              <a:ext uri="{FF2B5EF4-FFF2-40B4-BE49-F238E27FC236}">
                <a16:creationId xmlns:a16="http://schemas.microsoft.com/office/drawing/2014/main" id="{57A6C822-8E60-A399-B2D1-C0F24CBF0C5D}"/>
              </a:ext>
            </a:extLst>
          </p:cNvPr>
          <p:cNvCxnSpPr>
            <a:cxnSpLocks/>
            <a:stCxn id="14" idx="1"/>
            <a:endCxn id="13" idx="4"/>
          </p:cNvCxnSpPr>
          <p:nvPr/>
        </p:nvCxnSpPr>
        <p:spPr>
          <a:xfrm flipH="1" flipV="1">
            <a:off x="1778542" y="3248865"/>
            <a:ext cx="300531" cy="2247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3" name="Google Shape;90;p2">
            <a:extLst>
              <a:ext uri="{FF2B5EF4-FFF2-40B4-BE49-F238E27FC236}">
                <a16:creationId xmlns:a16="http://schemas.microsoft.com/office/drawing/2014/main" id="{AD3583F4-DC49-D381-446B-7F446E9E268C}"/>
              </a:ext>
            </a:extLst>
          </p:cNvPr>
          <p:cNvSpPr/>
          <p:nvPr/>
        </p:nvSpPr>
        <p:spPr>
          <a:xfrm>
            <a:off x="1641742" y="2994765"/>
            <a:ext cx="273600" cy="254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2;p2">
            <a:extLst>
              <a:ext uri="{FF2B5EF4-FFF2-40B4-BE49-F238E27FC236}">
                <a16:creationId xmlns:a16="http://schemas.microsoft.com/office/drawing/2014/main" id="{6574BD9A-7BA9-81CF-C044-1E4FFA9E7EC6}"/>
              </a:ext>
            </a:extLst>
          </p:cNvPr>
          <p:cNvSpPr/>
          <p:nvPr/>
        </p:nvSpPr>
        <p:spPr>
          <a:xfrm>
            <a:off x="2079073" y="3037341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Book</a:t>
            </a:r>
            <a:endParaRPr sz="1400" b="0" i="0" u="none" strike="noStrike" cap="none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82;p2">
            <a:extLst>
              <a:ext uri="{FF2B5EF4-FFF2-40B4-BE49-F238E27FC236}">
                <a16:creationId xmlns:a16="http://schemas.microsoft.com/office/drawing/2014/main" id="{AA7B01F6-D92E-A726-B5AF-05F1DC80DFCD}"/>
              </a:ext>
            </a:extLst>
          </p:cNvPr>
          <p:cNvSpPr/>
          <p:nvPr/>
        </p:nvSpPr>
        <p:spPr>
          <a:xfrm>
            <a:off x="662808" y="1991790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New_Book</a:t>
            </a: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82;p2">
            <a:extLst>
              <a:ext uri="{FF2B5EF4-FFF2-40B4-BE49-F238E27FC236}">
                <a16:creationId xmlns:a16="http://schemas.microsoft.com/office/drawing/2014/main" id="{E1E2B3A0-2492-D6F2-62E7-64608AA9CCA5}"/>
              </a:ext>
            </a:extLst>
          </p:cNvPr>
          <p:cNvSpPr/>
          <p:nvPr/>
        </p:nvSpPr>
        <p:spPr>
          <a:xfrm>
            <a:off x="2779123" y="1507712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Used_Book</a:t>
            </a: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Google Shape;86;p2">
            <a:extLst>
              <a:ext uri="{FF2B5EF4-FFF2-40B4-BE49-F238E27FC236}">
                <a16:creationId xmlns:a16="http://schemas.microsoft.com/office/drawing/2014/main" id="{5C71BB67-A02F-39A7-8241-FFC4BF45FE15}"/>
              </a:ext>
            </a:extLst>
          </p:cNvPr>
          <p:cNvCxnSpPr>
            <a:cxnSpLocks/>
            <a:stCxn id="13" idx="1"/>
            <a:endCxn id="15" idx="2"/>
          </p:cNvCxnSpPr>
          <p:nvPr/>
        </p:nvCxnSpPr>
        <p:spPr>
          <a:xfrm flipH="1" flipV="1">
            <a:off x="1362858" y="2459790"/>
            <a:ext cx="318952" cy="5721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8" name="Google Shape;86;p2">
            <a:extLst>
              <a:ext uri="{FF2B5EF4-FFF2-40B4-BE49-F238E27FC236}">
                <a16:creationId xmlns:a16="http://schemas.microsoft.com/office/drawing/2014/main" id="{F53A2D71-B680-1960-6EFE-C78A9CFC7A29}"/>
              </a:ext>
            </a:extLst>
          </p:cNvPr>
          <p:cNvCxnSpPr>
            <a:cxnSpLocks/>
            <a:stCxn id="16" idx="2"/>
            <a:endCxn id="13" idx="7"/>
          </p:cNvCxnSpPr>
          <p:nvPr/>
        </p:nvCxnSpPr>
        <p:spPr>
          <a:xfrm flipH="1">
            <a:off x="1875274" y="1975712"/>
            <a:ext cx="1603899" cy="105626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9" name="Google Shape;103;p2">
            <a:extLst>
              <a:ext uri="{FF2B5EF4-FFF2-40B4-BE49-F238E27FC236}">
                <a16:creationId xmlns:a16="http://schemas.microsoft.com/office/drawing/2014/main" id="{F474F7D0-200A-AEC8-029B-280CD44DFC4B}"/>
              </a:ext>
            </a:extLst>
          </p:cNvPr>
          <p:cNvSpPr/>
          <p:nvPr/>
        </p:nvSpPr>
        <p:spPr>
          <a:xfrm>
            <a:off x="4848073" y="1501215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Written_By</a:t>
            </a: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103;p2">
            <a:extLst>
              <a:ext uri="{FF2B5EF4-FFF2-40B4-BE49-F238E27FC236}">
                <a16:creationId xmlns:a16="http://schemas.microsoft.com/office/drawing/2014/main" id="{3F35E36E-475D-59B7-EC78-B690C9599D25}"/>
              </a:ext>
            </a:extLst>
          </p:cNvPr>
          <p:cNvSpPr/>
          <p:nvPr/>
        </p:nvSpPr>
        <p:spPr>
          <a:xfrm>
            <a:off x="1184023" y="5591550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Appears_In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92;p2">
            <a:extLst>
              <a:ext uri="{FF2B5EF4-FFF2-40B4-BE49-F238E27FC236}">
                <a16:creationId xmlns:a16="http://schemas.microsoft.com/office/drawing/2014/main" id="{DDC57991-A105-7FD1-DB6C-899FB3CD0800}"/>
              </a:ext>
            </a:extLst>
          </p:cNvPr>
          <p:cNvSpPr/>
          <p:nvPr/>
        </p:nvSpPr>
        <p:spPr>
          <a:xfrm>
            <a:off x="9300098" y="765648"/>
            <a:ext cx="1497900" cy="455708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Date_Aquired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2;p2">
            <a:extLst>
              <a:ext uri="{FF2B5EF4-FFF2-40B4-BE49-F238E27FC236}">
                <a16:creationId xmlns:a16="http://schemas.microsoft.com/office/drawing/2014/main" id="{CA712CCA-68E3-2B9B-1B27-AEBC1DA2340E}"/>
              </a:ext>
            </a:extLst>
          </p:cNvPr>
          <p:cNvSpPr/>
          <p:nvPr/>
        </p:nvSpPr>
        <p:spPr>
          <a:xfrm>
            <a:off x="9271169" y="3429000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First_Name</a:t>
            </a:r>
            <a:endParaRPr lang="en-US" sz="1200" b="0" i="0" u="sng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2;p2">
            <a:extLst>
              <a:ext uri="{FF2B5EF4-FFF2-40B4-BE49-F238E27FC236}">
                <a16:creationId xmlns:a16="http://schemas.microsoft.com/office/drawing/2014/main" id="{D322A7CF-5BBD-ECFD-6A43-75BA0BF65818}"/>
              </a:ext>
            </a:extLst>
          </p:cNvPr>
          <p:cNvSpPr/>
          <p:nvPr/>
        </p:nvSpPr>
        <p:spPr>
          <a:xfrm>
            <a:off x="10564469" y="3726153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Last_Name</a:t>
            </a:r>
            <a:endParaRPr lang="en-US" sz="1200" b="0" i="0" u="sng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Google Shape;97;p2">
            <a:extLst>
              <a:ext uri="{FF2B5EF4-FFF2-40B4-BE49-F238E27FC236}">
                <a16:creationId xmlns:a16="http://schemas.microsoft.com/office/drawing/2014/main" id="{7199A7E8-72BC-0171-65C2-BA2B716E1241}"/>
              </a:ext>
            </a:extLst>
          </p:cNvPr>
          <p:cNvCxnSpPr>
            <a:cxnSpLocks/>
            <a:stCxn id="3" idx="0"/>
            <a:endCxn id="92" idx="3"/>
          </p:cNvCxnSpPr>
          <p:nvPr/>
        </p:nvCxnSpPr>
        <p:spPr>
          <a:xfrm flipV="1">
            <a:off x="9917819" y="3103936"/>
            <a:ext cx="570261" cy="32506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1" name="Google Shape;97;p2">
            <a:extLst>
              <a:ext uri="{FF2B5EF4-FFF2-40B4-BE49-F238E27FC236}">
                <a16:creationId xmlns:a16="http://schemas.microsoft.com/office/drawing/2014/main" id="{22F469C9-BEB4-9A1A-7C00-BE8F4F21FD75}"/>
              </a:ext>
            </a:extLst>
          </p:cNvPr>
          <p:cNvCxnSpPr>
            <a:cxnSpLocks/>
            <a:stCxn id="6" idx="0"/>
            <a:endCxn id="92" idx="4"/>
          </p:cNvCxnSpPr>
          <p:nvPr/>
        </p:nvCxnSpPr>
        <p:spPr>
          <a:xfrm flipH="1" flipV="1">
            <a:off x="10945331" y="3181436"/>
            <a:ext cx="265788" cy="54471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24" name="Google Shape;97;p2">
            <a:extLst>
              <a:ext uri="{FF2B5EF4-FFF2-40B4-BE49-F238E27FC236}">
                <a16:creationId xmlns:a16="http://schemas.microsoft.com/office/drawing/2014/main" id="{7907EE6C-F4DB-A4BA-19AD-BFC6EA17A166}"/>
              </a:ext>
            </a:extLst>
          </p:cNvPr>
          <p:cNvCxnSpPr>
            <a:cxnSpLocks/>
            <a:stCxn id="82" idx="3"/>
            <a:endCxn id="92" idx="1"/>
          </p:cNvCxnSpPr>
          <p:nvPr/>
        </p:nvCxnSpPr>
        <p:spPr>
          <a:xfrm>
            <a:off x="9971219" y="2712863"/>
            <a:ext cx="516861" cy="1687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43" name="Google Shape;92;p2">
            <a:extLst>
              <a:ext uri="{FF2B5EF4-FFF2-40B4-BE49-F238E27FC236}">
                <a16:creationId xmlns:a16="http://schemas.microsoft.com/office/drawing/2014/main" id="{28514617-B76F-02A1-7F71-D5924317A9FE}"/>
              </a:ext>
            </a:extLst>
          </p:cNvPr>
          <p:cNvSpPr/>
          <p:nvPr/>
        </p:nvSpPr>
        <p:spPr>
          <a:xfrm>
            <a:off x="5082083" y="3399336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title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92;p2">
            <a:extLst>
              <a:ext uri="{FF2B5EF4-FFF2-40B4-BE49-F238E27FC236}">
                <a16:creationId xmlns:a16="http://schemas.microsoft.com/office/drawing/2014/main" id="{1E5637E6-EA0F-B77A-9E3D-984F4FEB99A6}"/>
              </a:ext>
            </a:extLst>
          </p:cNvPr>
          <p:cNvSpPr/>
          <p:nvPr/>
        </p:nvSpPr>
        <p:spPr>
          <a:xfrm>
            <a:off x="3771904" y="2451785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Publisher_Name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92;p2">
            <a:extLst>
              <a:ext uri="{FF2B5EF4-FFF2-40B4-BE49-F238E27FC236}">
                <a16:creationId xmlns:a16="http://schemas.microsoft.com/office/drawing/2014/main" id="{7DB4B324-8E0D-81C8-5A43-6F7849A0962B}"/>
              </a:ext>
            </a:extLst>
          </p:cNvPr>
          <p:cNvSpPr/>
          <p:nvPr/>
        </p:nvSpPr>
        <p:spPr>
          <a:xfrm>
            <a:off x="5102808" y="2306743"/>
            <a:ext cx="14001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Page_Count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97;p2">
            <a:extLst>
              <a:ext uri="{FF2B5EF4-FFF2-40B4-BE49-F238E27FC236}">
                <a16:creationId xmlns:a16="http://schemas.microsoft.com/office/drawing/2014/main" id="{A4A25DF6-AFD2-0A0B-C5D3-71C3ED89A3A1}"/>
              </a:ext>
            </a:extLst>
          </p:cNvPr>
          <p:cNvCxnSpPr>
            <a:cxnSpLocks/>
            <a:stCxn id="45" idx="2"/>
            <a:endCxn id="14" idx="3"/>
          </p:cNvCxnSpPr>
          <p:nvPr/>
        </p:nvCxnSpPr>
        <p:spPr>
          <a:xfrm flipH="1">
            <a:off x="3479173" y="2716385"/>
            <a:ext cx="292731" cy="55495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62" name="Google Shape;97;p2">
            <a:extLst>
              <a:ext uri="{FF2B5EF4-FFF2-40B4-BE49-F238E27FC236}">
                <a16:creationId xmlns:a16="http://schemas.microsoft.com/office/drawing/2014/main" id="{A9DE6092-5114-5862-0D45-6B9EBB0A61F7}"/>
              </a:ext>
            </a:extLst>
          </p:cNvPr>
          <p:cNvCxnSpPr>
            <a:cxnSpLocks/>
            <a:stCxn id="46" idx="4"/>
            <a:endCxn id="14" idx="3"/>
          </p:cNvCxnSpPr>
          <p:nvPr/>
        </p:nvCxnSpPr>
        <p:spPr>
          <a:xfrm flipH="1">
            <a:off x="3479173" y="2835943"/>
            <a:ext cx="2323685" cy="43539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69" name="Google Shape;97;p2">
            <a:extLst>
              <a:ext uri="{FF2B5EF4-FFF2-40B4-BE49-F238E27FC236}">
                <a16:creationId xmlns:a16="http://schemas.microsoft.com/office/drawing/2014/main" id="{7CED32DB-0553-A6C1-4099-4615D7460955}"/>
              </a:ext>
            </a:extLst>
          </p:cNvPr>
          <p:cNvCxnSpPr>
            <a:cxnSpLocks/>
            <a:stCxn id="94" idx="2"/>
            <a:endCxn id="14" idx="3"/>
          </p:cNvCxnSpPr>
          <p:nvPr/>
        </p:nvCxnSpPr>
        <p:spPr>
          <a:xfrm flipH="1">
            <a:off x="3479173" y="3100621"/>
            <a:ext cx="2285191" cy="1707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72" name="Google Shape;97;p2">
            <a:extLst>
              <a:ext uri="{FF2B5EF4-FFF2-40B4-BE49-F238E27FC236}">
                <a16:creationId xmlns:a16="http://schemas.microsoft.com/office/drawing/2014/main" id="{7C938C1B-DE0C-A4B5-1095-FDED6195A5C1}"/>
              </a:ext>
            </a:extLst>
          </p:cNvPr>
          <p:cNvCxnSpPr>
            <a:cxnSpLocks/>
            <a:stCxn id="43" idx="0"/>
            <a:endCxn id="14" idx="3"/>
          </p:cNvCxnSpPr>
          <p:nvPr/>
        </p:nvCxnSpPr>
        <p:spPr>
          <a:xfrm flipH="1" flipV="1">
            <a:off x="3479173" y="3271341"/>
            <a:ext cx="2249560" cy="12799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75" name="Google Shape;97;p2">
            <a:extLst>
              <a:ext uri="{FF2B5EF4-FFF2-40B4-BE49-F238E27FC236}">
                <a16:creationId xmlns:a16="http://schemas.microsoft.com/office/drawing/2014/main" id="{05D01D3F-0BC4-A63C-BB55-225CD94052C2}"/>
              </a:ext>
            </a:extLst>
          </p:cNvPr>
          <p:cNvCxnSpPr>
            <a:cxnSpLocks/>
            <a:stCxn id="91" idx="0"/>
            <a:endCxn id="14" idx="3"/>
          </p:cNvCxnSpPr>
          <p:nvPr/>
        </p:nvCxnSpPr>
        <p:spPr>
          <a:xfrm flipH="1" flipV="1">
            <a:off x="3479173" y="3271341"/>
            <a:ext cx="1602910" cy="69218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78" name="Google Shape;97;p2">
            <a:extLst>
              <a:ext uri="{FF2B5EF4-FFF2-40B4-BE49-F238E27FC236}">
                <a16:creationId xmlns:a16="http://schemas.microsoft.com/office/drawing/2014/main" id="{23D6BE3F-53E0-10F6-9660-2C513D40611F}"/>
              </a:ext>
            </a:extLst>
          </p:cNvPr>
          <p:cNvCxnSpPr>
            <a:cxnSpLocks/>
            <a:stCxn id="198" idx="0"/>
            <a:endCxn id="14" idx="3"/>
          </p:cNvCxnSpPr>
          <p:nvPr/>
        </p:nvCxnSpPr>
        <p:spPr>
          <a:xfrm flipH="1" flipV="1">
            <a:off x="3479173" y="3271341"/>
            <a:ext cx="334425" cy="5153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04" name="Google Shape;92;p2">
            <a:extLst>
              <a:ext uri="{FF2B5EF4-FFF2-40B4-BE49-F238E27FC236}">
                <a16:creationId xmlns:a16="http://schemas.microsoft.com/office/drawing/2014/main" id="{1EB0046D-C118-EA79-7EB6-F96E8AA97778}"/>
              </a:ext>
            </a:extLst>
          </p:cNvPr>
          <p:cNvSpPr/>
          <p:nvPr/>
        </p:nvSpPr>
        <p:spPr>
          <a:xfrm>
            <a:off x="3322859" y="5113053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92;p2">
            <a:extLst>
              <a:ext uri="{FF2B5EF4-FFF2-40B4-BE49-F238E27FC236}">
                <a16:creationId xmlns:a16="http://schemas.microsoft.com/office/drawing/2014/main" id="{AA8C49F8-A9FC-86B1-A624-90CAD609FBAD}"/>
              </a:ext>
            </a:extLst>
          </p:cNvPr>
          <p:cNvSpPr/>
          <p:nvPr/>
        </p:nvSpPr>
        <p:spPr>
          <a:xfrm>
            <a:off x="8649884" y="1290500"/>
            <a:ext cx="1497900" cy="468001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92;p2">
            <a:extLst>
              <a:ext uri="{FF2B5EF4-FFF2-40B4-BE49-F238E27FC236}">
                <a16:creationId xmlns:a16="http://schemas.microsoft.com/office/drawing/2014/main" id="{F7A0FB25-3AD5-7DAA-9BAC-719AC8F48FCB}"/>
              </a:ext>
            </a:extLst>
          </p:cNvPr>
          <p:cNvSpPr/>
          <p:nvPr/>
        </p:nvSpPr>
        <p:spPr>
          <a:xfrm>
            <a:off x="7584875" y="1768827"/>
            <a:ext cx="1497900" cy="468001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Inventory_Status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97;p2">
            <a:extLst>
              <a:ext uri="{FF2B5EF4-FFF2-40B4-BE49-F238E27FC236}">
                <a16:creationId xmlns:a16="http://schemas.microsoft.com/office/drawing/2014/main" id="{014A14FB-7EC5-EBF5-4619-5E6ACA41FABA}"/>
              </a:ext>
            </a:extLst>
          </p:cNvPr>
          <p:cNvCxnSpPr>
            <a:cxnSpLocks/>
            <a:stCxn id="2" idx="2"/>
            <a:endCxn id="84" idx="3"/>
          </p:cNvCxnSpPr>
          <p:nvPr/>
        </p:nvCxnSpPr>
        <p:spPr>
          <a:xfrm flipH="1" flipV="1">
            <a:off x="8176369" y="783961"/>
            <a:ext cx="1123729" cy="20954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10" name="Google Shape;97;p2">
            <a:extLst>
              <a:ext uri="{FF2B5EF4-FFF2-40B4-BE49-F238E27FC236}">
                <a16:creationId xmlns:a16="http://schemas.microsoft.com/office/drawing/2014/main" id="{F779F420-A866-34FF-8E98-C1618ADE6DBA}"/>
              </a:ext>
            </a:extLst>
          </p:cNvPr>
          <p:cNvCxnSpPr>
            <a:cxnSpLocks/>
            <a:stCxn id="105" idx="1"/>
            <a:endCxn id="84" idx="2"/>
          </p:cNvCxnSpPr>
          <p:nvPr/>
        </p:nvCxnSpPr>
        <p:spPr>
          <a:xfrm flipH="1" flipV="1">
            <a:off x="7427419" y="1077061"/>
            <a:ext cx="1441827" cy="28197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13" name="Google Shape;97;p2">
            <a:extLst>
              <a:ext uri="{FF2B5EF4-FFF2-40B4-BE49-F238E27FC236}">
                <a16:creationId xmlns:a16="http://schemas.microsoft.com/office/drawing/2014/main" id="{4B9D7F15-FFA2-1BC7-E2F1-16EDF23FA1CC}"/>
              </a:ext>
            </a:extLst>
          </p:cNvPr>
          <p:cNvCxnSpPr>
            <a:cxnSpLocks/>
            <a:stCxn id="106" idx="0"/>
            <a:endCxn id="84" idx="2"/>
          </p:cNvCxnSpPr>
          <p:nvPr/>
        </p:nvCxnSpPr>
        <p:spPr>
          <a:xfrm flipH="1" flipV="1">
            <a:off x="7427419" y="1077061"/>
            <a:ext cx="906406" cy="69176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17" name="Google Shape;91;p2">
            <a:extLst>
              <a:ext uri="{FF2B5EF4-FFF2-40B4-BE49-F238E27FC236}">
                <a16:creationId xmlns:a16="http://schemas.microsoft.com/office/drawing/2014/main" id="{B476B02A-0B84-4921-56D2-360ABAA35AEF}"/>
              </a:ext>
            </a:extLst>
          </p:cNvPr>
          <p:cNvSpPr/>
          <p:nvPr/>
        </p:nvSpPr>
        <p:spPr>
          <a:xfrm>
            <a:off x="8861384" y="200714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Copy_Number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97;p2">
            <a:extLst>
              <a:ext uri="{FF2B5EF4-FFF2-40B4-BE49-F238E27FC236}">
                <a16:creationId xmlns:a16="http://schemas.microsoft.com/office/drawing/2014/main" id="{2585CAA0-BB68-7E43-B287-71DF4623C8FF}"/>
              </a:ext>
            </a:extLst>
          </p:cNvPr>
          <p:cNvCxnSpPr>
            <a:cxnSpLocks/>
            <a:stCxn id="117" idx="2"/>
            <a:endCxn id="85" idx="3"/>
          </p:cNvCxnSpPr>
          <p:nvPr/>
        </p:nvCxnSpPr>
        <p:spPr>
          <a:xfrm flipH="1">
            <a:off x="8136967" y="472964"/>
            <a:ext cx="724417" cy="30503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38" name="Google Shape;92;p2">
            <a:extLst>
              <a:ext uri="{FF2B5EF4-FFF2-40B4-BE49-F238E27FC236}">
                <a16:creationId xmlns:a16="http://schemas.microsoft.com/office/drawing/2014/main" id="{A8F5062E-0BA0-7D1B-4927-D00283FC9867}"/>
              </a:ext>
            </a:extLst>
          </p:cNvPr>
          <p:cNvSpPr/>
          <p:nvPr/>
        </p:nvSpPr>
        <p:spPr>
          <a:xfrm>
            <a:off x="9275348" y="4354855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97;p2">
            <a:extLst>
              <a:ext uri="{FF2B5EF4-FFF2-40B4-BE49-F238E27FC236}">
                <a16:creationId xmlns:a16="http://schemas.microsoft.com/office/drawing/2014/main" id="{D88D646D-51BC-B459-514A-E317A894BD52}"/>
              </a:ext>
            </a:extLst>
          </p:cNvPr>
          <p:cNvCxnSpPr>
            <a:cxnSpLocks/>
            <a:stCxn id="138" idx="2"/>
            <a:endCxn id="5" idx="0"/>
          </p:cNvCxnSpPr>
          <p:nvPr/>
        </p:nvCxnSpPr>
        <p:spPr>
          <a:xfrm flipH="1">
            <a:off x="8530684" y="4619455"/>
            <a:ext cx="744664" cy="21445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50" name="Google Shape;92;p2">
            <a:extLst>
              <a:ext uri="{FF2B5EF4-FFF2-40B4-BE49-F238E27FC236}">
                <a16:creationId xmlns:a16="http://schemas.microsoft.com/office/drawing/2014/main" id="{3660FF61-B0DF-6265-0477-00C6AC917399}"/>
              </a:ext>
            </a:extLst>
          </p:cNvPr>
          <p:cNvSpPr/>
          <p:nvPr/>
        </p:nvSpPr>
        <p:spPr>
          <a:xfrm>
            <a:off x="7490317" y="5464562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</a:t>
            </a:r>
          </a:p>
        </p:txBody>
      </p:sp>
      <p:sp>
        <p:nvSpPr>
          <p:cNvPr id="151" name="Google Shape;92;p2">
            <a:extLst>
              <a:ext uri="{FF2B5EF4-FFF2-40B4-BE49-F238E27FC236}">
                <a16:creationId xmlns:a16="http://schemas.microsoft.com/office/drawing/2014/main" id="{E0DE3352-82CF-7C24-F3F1-B094D8609011}"/>
              </a:ext>
            </a:extLst>
          </p:cNvPr>
          <p:cNvSpPr/>
          <p:nvPr/>
        </p:nvSpPr>
        <p:spPr>
          <a:xfrm>
            <a:off x="6780769" y="6034122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Street</a:t>
            </a:r>
          </a:p>
        </p:txBody>
      </p:sp>
      <p:sp>
        <p:nvSpPr>
          <p:cNvPr id="152" name="Google Shape;92;p2">
            <a:extLst>
              <a:ext uri="{FF2B5EF4-FFF2-40B4-BE49-F238E27FC236}">
                <a16:creationId xmlns:a16="http://schemas.microsoft.com/office/drawing/2014/main" id="{169C7CE4-9600-6D4A-8483-B860E40DA5EB}"/>
              </a:ext>
            </a:extLst>
          </p:cNvPr>
          <p:cNvSpPr/>
          <p:nvPr/>
        </p:nvSpPr>
        <p:spPr>
          <a:xfrm>
            <a:off x="8214734" y="6050741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City</a:t>
            </a:r>
          </a:p>
        </p:txBody>
      </p:sp>
      <p:sp>
        <p:nvSpPr>
          <p:cNvPr id="153" name="Google Shape;92;p2">
            <a:extLst>
              <a:ext uri="{FF2B5EF4-FFF2-40B4-BE49-F238E27FC236}">
                <a16:creationId xmlns:a16="http://schemas.microsoft.com/office/drawing/2014/main" id="{19F517A8-9102-33EA-17B5-9F4E855A8B77}"/>
              </a:ext>
            </a:extLst>
          </p:cNvPr>
          <p:cNvSpPr/>
          <p:nvPr/>
        </p:nvSpPr>
        <p:spPr>
          <a:xfrm>
            <a:off x="9636972" y="6194994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</a:t>
            </a:r>
          </a:p>
        </p:txBody>
      </p:sp>
      <p:sp>
        <p:nvSpPr>
          <p:cNvPr id="154" name="Google Shape;92;p2">
            <a:extLst>
              <a:ext uri="{FF2B5EF4-FFF2-40B4-BE49-F238E27FC236}">
                <a16:creationId xmlns:a16="http://schemas.microsoft.com/office/drawing/2014/main" id="{83A38816-0741-E6C4-FAA8-E85D314D1487}"/>
              </a:ext>
            </a:extLst>
          </p:cNvPr>
          <p:cNvSpPr/>
          <p:nvPr/>
        </p:nvSpPr>
        <p:spPr>
          <a:xfrm>
            <a:off x="9094583" y="5444289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Zip</a:t>
            </a:r>
          </a:p>
        </p:txBody>
      </p:sp>
      <p:cxnSp>
        <p:nvCxnSpPr>
          <p:cNvPr id="155" name="Google Shape;97;p2">
            <a:extLst>
              <a:ext uri="{FF2B5EF4-FFF2-40B4-BE49-F238E27FC236}">
                <a16:creationId xmlns:a16="http://schemas.microsoft.com/office/drawing/2014/main" id="{ED0E4BEF-8BD9-8F7A-6C2A-006E8400C670}"/>
              </a:ext>
            </a:extLst>
          </p:cNvPr>
          <p:cNvCxnSpPr>
            <a:cxnSpLocks/>
            <a:stCxn id="154" idx="2"/>
            <a:endCxn id="150" idx="6"/>
          </p:cNvCxnSpPr>
          <p:nvPr/>
        </p:nvCxnSpPr>
        <p:spPr>
          <a:xfrm flipH="1">
            <a:off x="8783617" y="5708889"/>
            <a:ext cx="310966" cy="2027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58" name="Google Shape;97;p2">
            <a:extLst>
              <a:ext uri="{FF2B5EF4-FFF2-40B4-BE49-F238E27FC236}">
                <a16:creationId xmlns:a16="http://schemas.microsoft.com/office/drawing/2014/main" id="{76DBCF1F-3FF1-A547-1848-79271BAAA2D4}"/>
              </a:ext>
            </a:extLst>
          </p:cNvPr>
          <p:cNvCxnSpPr>
            <a:cxnSpLocks/>
            <a:stCxn id="151" idx="0"/>
            <a:endCxn id="150" idx="3"/>
          </p:cNvCxnSpPr>
          <p:nvPr/>
        </p:nvCxnSpPr>
        <p:spPr>
          <a:xfrm flipV="1">
            <a:off x="7427419" y="5916262"/>
            <a:ext cx="252297" cy="1178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61" name="Google Shape;97;p2">
            <a:extLst>
              <a:ext uri="{FF2B5EF4-FFF2-40B4-BE49-F238E27FC236}">
                <a16:creationId xmlns:a16="http://schemas.microsoft.com/office/drawing/2014/main" id="{2BD13DFA-8F48-D3F1-868C-5E242978ED53}"/>
              </a:ext>
            </a:extLst>
          </p:cNvPr>
          <p:cNvCxnSpPr>
            <a:cxnSpLocks/>
            <a:stCxn id="152" idx="1"/>
            <a:endCxn id="150" idx="4"/>
          </p:cNvCxnSpPr>
          <p:nvPr/>
        </p:nvCxnSpPr>
        <p:spPr>
          <a:xfrm flipH="1" flipV="1">
            <a:off x="8136967" y="5993762"/>
            <a:ext cx="267166" cy="13447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64" name="Google Shape;97;p2">
            <a:extLst>
              <a:ext uri="{FF2B5EF4-FFF2-40B4-BE49-F238E27FC236}">
                <a16:creationId xmlns:a16="http://schemas.microsoft.com/office/drawing/2014/main" id="{8C628F10-19A5-CC5A-A73D-1962A07CA596}"/>
              </a:ext>
            </a:extLst>
          </p:cNvPr>
          <p:cNvCxnSpPr>
            <a:cxnSpLocks/>
            <a:stCxn id="153" idx="0"/>
            <a:endCxn id="150" idx="5"/>
          </p:cNvCxnSpPr>
          <p:nvPr/>
        </p:nvCxnSpPr>
        <p:spPr>
          <a:xfrm flipH="1" flipV="1">
            <a:off x="8594218" y="5916262"/>
            <a:ext cx="1689404" cy="2787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67" name="Google Shape;97;p2">
            <a:extLst>
              <a:ext uri="{FF2B5EF4-FFF2-40B4-BE49-F238E27FC236}">
                <a16:creationId xmlns:a16="http://schemas.microsoft.com/office/drawing/2014/main" id="{CA3F5ABF-CC08-58C5-9B21-7809C4AC4367}"/>
              </a:ext>
            </a:extLst>
          </p:cNvPr>
          <p:cNvCxnSpPr>
            <a:cxnSpLocks/>
            <a:stCxn id="5" idx="2"/>
            <a:endCxn id="150" idx="0"/>
          </p:cNvCxnSpPr>
          <p:nvPr/>
        </p:nvCxnSpPr>
        <p:spPr>
          <a:xfrm flipH="1">
            <a:off x="8136967" y="5301907"/>
            <a:ext cx="393717" cy="16265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70" name="Google Shape;92;p2">
            <a:extLst>
              <a:ext uri="{FF2B5EF4-FFF2-40B4-BE49-F238E27FC236}">
                <a16:creationId xmlns:a16="http://schemas.microsoft.com/office/drawing/2014/main" id="{CA21DA0E-8C86-F294-1364-992E75BCED19}"/>
              </a:ext>
            </a:extLst>
          </p:cNvPr>
          <p:cNvSpPr/>
          <p:nvPr/>
        </p:nvSpPr>
        <p:spPr>
          <a:xfrm>
            <a:off x="487558" y="5037307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First_Chapter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92;p2">
            <a:extLst>
              <a:ext uri="{FF2B5EF4-FFF2-40B4-BE49-F238E27FC236}">
                <a16:creationId xmlns:a16="http://schemas.microsoft.com/office/drawing/2014/main" id="{C9260D92-4C0B-4651-C712-703B96B16E1A}"/>
              </a:ext>
            </a:extLst>
          </p:cNvPr>
          <p:cNvSpPr/>
          <p:nvPr/>
        </p:nvSpPr>
        <p:spPr>
          <a:xfrm>
            <a:off x="4698177" y="4971348"/>
            <a:ext cx="1600368" cy="881749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First_Appearance_Publication_Date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92;p2">
            <a:extLst>
              <a:ext uri="{FF2B5EF4-FFF2-40B4-BE49-F238E27FC236}">
                <a16:creationId xmlns:a16="http://schemas.microsoft.com/office/drawing/2014/main" id="{B3351740-9620-8C05-45AB-DC99D6FFC006}"/>
              </a:ext>
            </a:extLst>
          </p:cNvPr>
          <p:cNvSpPr/>
          <p:nvPr/>
        </p:nvSpPr>
        <p:spPr>
          <a:xfrm>
            <a:off x="10174484" y="1841875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sng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Birthdate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" name="Google Shape;97;p2">
            <a:extLst>
              <a:ext uri="{FF2B5EF4-FFF2-40B4-BE49-F238E27FC236}">
                <a16:creationId xmlns:a16="http://schemas.microsoft.com/office/drawing/2014/main" id="{1FBCAA35-E535-F3E8-9D37-0644B108DB28}"/>
              </a:ext>
            </a:extLst>
          </p:cNvPr>
          <p:cNvCxnSpPr>
            <a:cxnSpLocks/>
            <a:stCxn id="173" idx="2"/>
            <a:endCxn id="82" idx="0"/>
          </p:cNvCxnSpPr>
          <p:nvPr/>
        </p:nvCxnSpPr>
        <p:spPr>
          <a:xfrm flipH="1">
            <a:off x="9271169" y="2106475"/>
            <a:ext cx="903315" cy="3723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77" name="Google Shape;97;p2">
            <a:extLst>
              <a:ext uri="{FF2B5EF4-FFF2-40B4-BE49-F238E27FC236}">
                <a16:creationId xmlns:a16="http://schemas.microsoft.com/office/drawing/2014/main" id="{E730485D-3428-7A51-9A6E-13B4C1B01846}"/>
              </a:ext>
            </a:extLst>
          </p:cNvPr>
          <p:cNvCxnSpPr>
            <a:cxnSpLocks/>
            <a:stCxn id="104" idx="4"/>
            <a:endCxn id="4" idx="0"/>
          </p:cNvCxnSpPr>
          <p:nvPr/>
        </p:nvCxnSpPr>
        <p:spPr>
          <a:xfrm>
            <a:off x="3969509" y="5642253"/>
            <a:ext cx="293025" cy="31874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80" name="Google Shape;97;p2">
            <a:extLst>
              <a:ext uri="{FF2B5EF4-FFF2-40B4-BE49-F238E27FC236}">
                <a16:creationId xmlns:a16="http://schemas.microsoft.com/office/drawing/2014/main" id="{5515BEB4-1301-3813-2A4C-0CE8D3C86BC8}"/>
              </a:ext>
            </a:extLst>
          </p:cNvPr>
          <p:cNvCxnSpPr>
            <a:cxnSpLocks/>
            <a:stCxn id="172" idx="3"/>
            <a:endCxn id="4" idx="0"/>
          </p:cNvCxnSpPr>
          <p:nvPr/>
        </p:nvCxnSpPr>
        <p:spPr>
          <a:xfrm flipH="1">
            <a:off x="4262534" y="5723968"/>
            <a:ext cx="670011" cy="23702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98" name="Google Shape;92;p2">
            <a:extLst>
              <a:ext uri="{FF2B5EF4-FFF2-40B4-BE49-F238E27FC236}">
                <a16:creationId xmlns:a16="http://schemas.microsoft.com/office/drawing/2014/main" id="{5D630DCE-6592-9DC3-EBDB-ED8DA82D6E0E}"/>
              </a:ext>
            </a:extLst>
          </p:cNvPr>
          <p:cNvSpPr/>
          <p:nvPr/>
        </p:nvSpPr>
        <p:spPr>
          <a:xfrm>
            <a:off x="3166948" y="3786666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92;p2">
            <a:extLst>
              <a:ext uri="{FF2B5EF4-FFF2-40B4-BE49-F238E27FC236}">
                <a16:creationId xmlns:a16="http://schemas.microsoft.com/office/drawing/2014/main" id="{8D7B94F9-8EBB-7C64-C67B-81015F117E9D}"/>
              </a:ext>
            </a:extLst>
          </p:cNvPr>
          <p:cNvSpPr/>
          <p:nvPr/>
        </p:nvSpPr>
        <p:spPr>
          <a:xfrm>
            <a:off x="442331" y="6131244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First_Page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86;p2">
            <a:extLst>
              <a:ext uri="{FF2B5EF4-FFF2-40B4-BE49-F238E27FC236}">
                <a16:creationId xmlns:a16="http://schemas.microsoft.com/office/drawing/2014/main" id="{C3147C67-2AAE-F780-A664-5794F6DECE9E}"/>
              </a:ext>
            </a:extLst>
          </p:cNvPr>
          <p:cNvCxnSpPr>
            <a:cxnSpLocks/>
            <a:stCxn id="32" idx="1"/>
            <a:endCxn id="170" idx="4"/>
          </p:cNvCxnSpPr>
          <p:nvPr/>
        </p:nvCxnSpPr>
        <p:spPr>
          <a:xfrm flipH="1" flipV="1">
            <a:off x="1134208" y="5566507"/>
            <a:ext cx="49815" cy="30674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205" name="Google Shape;86;p2">
            <a:extLst>
              <a:ext uri="{FF2B5EF4-FFF2-40B4-BE49-F238E27FC236}">
                <a16:creationId xmlns:a16="http://schemas.microsoft.com/office/drawing/2014/main" id="{FC385455-2E7A-3262-A870-4833C2B2B0E2}"/>
              </a:ext>
            </a:extLst>
          </p:cNvPr>
          <p:cNvCxnSpPr>
            <a:cxnSpLocks/>
            <a:stCxn id="201" idx="0"/>
            <a:endCxn id="32" idx="1"/>
          </p:cNvCxnSpPr>
          <p:nvPr/>
        </p:nvCxnSpPr>
        <p:spPr>
          <a:xfrm flipV="1">
            <a:off x="1088981" y="5873250"/>
            <a:ext cx="95042" cy="25799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21" name="Google Shape;96;p2">
            <a:extLst>
              <a:ext uri="{FF2B5EF4-FFF2-40B4-BE49-F238E27FC236}">
                <a16:creationId xmlns:a16="http://schemas.microsoft.com/office/drawing/2014/main" id="{3284EEB4-D974-33D5-22D2-381B4B893CE2}"/>
              </a:ext>
            </a:extLst>
          </p:cNvPr>
          <p:cNvSpPr/>
          <p:nvPr/>
        </p:nvSpPr>
        <p:spPr>
          <a:xfrm>
            <a:off x="10719954" y="-196064"/>
            <a:ext cx="1191600" cy="608100"/>
          </a:xfrm>
          <a:prstGeom prst="wedgeRoundRectCallout">
            <a:avLst>
              <a:gd name="adj1" fmla="val -99490"/>
              <a:gd name="adj2" fmla="val 59033"/>
              <a:gd name="adj3" fmla="val 16667"/>
            </a:avLst>
          </a:prstGeom>
          <a:solidFill>
            <a:srgbClr val="FFF1B2">
              <a:alpha val="43530"/>
            </a:srgbClr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Partial Key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24;ged78e8fd57_0_0">
            <a:extLst>
              <a:ext uri="{FF2B5EF4-FFF2-40B4-BE49-F238E27FC236}">
                <a16:creationId xmlns:a16="http://schemas.microsoft.com/office/drawing/2014/main" id="{41517360-AAAB-C9EA-42D1-6CE3BEAEA517}"/>
              </a:ext>
            </a:extLst>
          </p:cNvPr>
          <p:cNvSpPr txBox="1"/>
          <p:nvPr/>
        </p:nvSpPr>
        <p:spPr>
          <a:xfrm>
            <a:off x="8283799" y="2691413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24;ged78e8fd57_0_0">
            <a:extLst>
              <a:ext uri="{FF2B5EF4-FFF2-40B4-BE49-F238E27FC236}">
                <a16:creationId xmlns:a16="http://schemas.microsoft.com/office/drawing/2014/main" id="{B7737A19-3DC0-B7BB-1966-19C5DA0CEA54}"/>
              </a:ext>
            </a:extLst>
          </p:cNvPr>
          <p:cNvSpPr txBox="1"/>
          <p:nvPr/>
        </p:nvSpPr>
        <p:spPr>
          <a:xfrm>
            <a:off x="2442263" y="3489661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24;ged78e8fd57_0_0">
            <a:extLst>
              <a:ext uri="{FF2B5EF4-FFF2-40B4-BE49-F238E27FC236}">
                <a16:creationId xmlns:a16="http://schemas.microsoft.com/office/drawing/2014/main" id="{572164C4-F6C3-FFF6-109A-A78BF49043AD}"/>
              </a:ext>
            </a:extLst>
          </p:cNvPr>
          <p:cNvSpPr txBox="1"/>
          <p:nvPr/>
        </p:nvSpPr>
        <p:spPr>
          <a:xfrm>
            <a:off x="3320592" y="5893110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124;ged78e8fd57_0_0">
            <a:extLst>
              <a:ext uri="{FF2B5EF4-FFF2-40B4-BE49-F238E27FC236}">
                <a16:creationId xmlns:a16="http://schemas.microsoft.com/office/drawing/2014/main" id="{4D84CB1C-2CA1-8228-D7D4-3CFDE3E24B42}"/>
              </a:ext>
            </a:extLst>
          </p:cNvPr>
          <p:cNvSpPr txBox="1"/>
          <p:nvPr/>
        </p:nvSpPr>
        <p:spPr>
          <a:xfrm>
            <a:off x="1039536" y="2435729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124;ged78e8fd57_0_0">
            <a:extLst>
              <a:ext uri="{FF2B5EF4-FFF2-40B4-BE49-F238E27FC236}">
                <a16:creationId xmlns:a16="http://schemas.microsoft.com/office/drawing/2014/main" id="{F3A95875-B0E4-3000-0DC5-F448C4E3824E}"/>
              </a:ext>
            </a:extLst>
          </p:cNvPr>
          <p:cNvSpPr txBox="1"/>
          <p:nvPr/>
        </p:nvSpPr>
        <p:spPr>
          <a:xfrm>
            <a:off x="6381850" y="519283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129;ged78e8fd57_0_0">
            <a:extLst>
              <a:ext uri="{FF2B5EF4-FFF2-40B4-BE49-F238E27FC236}">
                <a16:creationId xmlns:a16="http://schemas.microsoft.com/office/drawing/2014/main" id="{3FCB91BF-60D0-9825-B583-A67037FA497C}"/>
              </a:ext>
            </a:extLst>
          </p:cNvPr>
          <p:cNvSpPr txBox="1"/>
          <p:nvPr/>
        </p:nvSpPr>
        <p:spPr>
          <a:xfrm>
            <a:off x="3295804" y="1323362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29;ged78e8fd57_0_0">
            <a:extLst>
              <a:ext uri="{FF2B5EF4-FFF2-40B4-BE49-F238E27FC236}">
                <a16:creationId xmlns:a16="http://schemas.microsoft.com/office/drawing/2014/main" id="{DE837C97-6706-6B08-BDC1-3438AAF17B95}"/>
              </a:ext>
            </a:extLst>
          </p:cNvPr>
          <p:cNvSpPr txBox="1"/>
          <p:nvPr/>
        </p:nvSpPr>
        <p:spPr>
          <a:xfrm>
            <a:off x="7592533" y="4794085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115;ged78e8fd57_0_0">
            <a:extLst>
              <a:ext uri="{FF2B5EF4-FFF2-40B4-BE49-F238E27FC236}">
                <a16:creationId xmlns:a16="http://schemas.microsoft.com/office/drawing/2014/main" id="{51B2D8A8-3E9A-0376-F165-0ACDD1670935}"/>
              </a:ext>
            </a:extLst>
          </p:cNvPr>
          <p:cNvCxnSpPr>
            <a:cxnSpLocks/>
            <a:stCxn id="19" idx="1"/>
            <a:endCxn id="14" idx="0"/>
          </p:cNvCxnSpPr>
          <p:nvPr/>
        </p:nvCxnSpPr>
        <p:spPr>
          <a:xfrm flipH="1">
            <a:off x="2779123" y="1782915"/>
            <a:ext cx="2068950" cy="1254426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40" name="Google Shape;115;ged78e8fd57_0_0">
            <a:extLst>
              <a:ext uri="{FF2B5EF4-FFF2-40B4-BE49-F238E27FC236}">
                <a16:creationId xmlns:a16="http://schemas.microsoft.com/office/drawing/2014/main" id="{F07F10A3-1196-3DE3-54CD-8B9326521B4B}"/>
              </a:ext>
            </a:extLst>
          </p:cNvPr>
          <p:cNvCxnSpPr>
            <a:cxnSpLocks/>
            <a:stCxn id="103" idx="1"/>
            <a:endCxn id="15" idx="2"/>
          </p:cNvCxnSpPr>
          <p:nvPr/>
        </p:nvCxnSpPr>
        <p:spPr>
          <a:xfrm flipV="1">
            <a:off x="664170" y="2459790"/>
            <a:ext cx="698688" cy="1780110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57" name="Google Shape;86;p2">
            <a:extLst>
              <a:ext uri="{FF2B5EF4-FFF2-40B4-BE49-F238E27FC236}">
                <a16:creationId xmlns:a16="http://schemas.microsoft.com/office/drawing/2014/main" id="{FDA34B04-B966-3558-4D0D-228A3BDEC4D8}"/>
              </a:ext>
            </a:extLst>
          </p:cNvPr>
          <p:cNvCxnSpPr>
            <a:cxnSpLocks/>
            <a:stCxn id="100" idx="1"/>
            <a:endCxn id="16" idx="0"/>
          </p:cNvCxnSpPr>
          <p:nvPr/>
        </p:nvCxnSpPr>
        <p:spPr>
          <a:xfrm flipH="1">
            <a:off x="3479173" y="1045741"/>
            <a:ext cx="1027735" cy="46197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61" name="Google Shape;86;p2">
            <a:extLst>
              <a:ext uri="{FF2B5EF4-FFF2-40B4-BE49-F238E27FC236}">
                <a16:creationId xmlns:a16="http://schemas.microsoft.com/office/drawing/2014/main" id="{70A256E1-0205-E3B2-A064-6473E73DF2FC}"/>
              </a:ext>
            </a:extLst>
          </p:cNvPr>
          <p:cNvCxnSpPr>
            <a:cxnSpLocks/>
            <a:stCxn id="19" idx="3"/>
            <a:endCxn id="82" idx="1"/>
          </p:cNvCxnSpPr>
          <p:nvPr/>
        </p:nvCxnSpPr>
        <p:spPr>
          <a:xfrm>
            <a:off x="6638173" y="1782915"/>
            <a:ext cx="1932946" cy="9299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65" name="Google Shape;86;p2">
            <a:extLst>
              <a:ext uri="{FF2B5EF4-FFF2-40B4-BE49-F238E27FC236}">
                <a16:creationId xmlns:a16="http://schemas.microsoft.com/office/drawing/2014/main" id="{06AE121A-0331-64C8-D873-442C7C48F621}"/>
              </a:ext>
            </a:extLst>
          </p:cNvPr>
          <p:cNvCxnSpPr>
            <a:cxnSpLocks/>
            <a:stCxn id="14" idx="2"/>
            <a:endCxn id="32" idx="0"/>
          </p:cNvCxnSpPr>
          <p:nvPr/>
        </p:nvCxnSpPr>
        <p:spPr>
          <a:xfrm flipH="1">
            <a:off x="2079073" y="3505341"/>
            <a:ext cx="700050" cy="208620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68" name="Google Shape;115;ged78e8fd57_0_0">
            <a:extLst>
              <a:ext uri="{FF2B5EF4-FFF2-40B4-BE49-F238E27FC236}">
                <a16:creationId xmlns:a16="http://schemas.microsoft.com/office/drawing/2014/main" id="{73DFFFB9-1517-D1CF-B0FF-F854409DEA29}"/>
              </a:ext>
            </a:extLst>
          </p:cNvPr>
          <p:cNvCxnSpPr>
            <a:cxnSpLocks/>
            <a:stCxn id="4" idx="1"/>
            <a:endCxn id="32" idx="3"/>
          </p:cNvCxnSpPr>
          <p:nvPr/>
        </p:nvCxnSpPr>
        <p:spPr>
          <a:xfrm flipH="1" flipV="1">
            <a:off x="2974123" y="5873250"/>
            <a:ext cx="588361" cy="321744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73" name="Google Shape;86;p2">
            <a:extLst>
              <a:ext uri="{FF2B5EF4-FFF2-40B4-BE49-F238E27FC236}">
                <a16:creationId xmlns:a16="http://schemas.microsoft.com/office/drawing/2014/main" id="{5283A4FE-125F-AC62-27F9-B7758F734131}"/>
              </a:ext>
            </a:extLst>
          </p:cNvPr>
          <p:cNvCxnSpPr>
            <a:cxnSpLocks/>
            <a:stCxn id="103" idx="3"/>
            <a:endCxn id="5" idx="1"/>
          </p:cNvCxnSpPr>
          <p:nvPr/>
        </p:nvCxnSpPr>
        <p:spPr>
          <a:xfrm>
            <a:off x="2454270" y="4239900"/>
            <a:ext cx="5376364" cy="82800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77" name="Google Shape;115;ged78e8fd57_0_0">
            <a:extLst>
              <a:ext uri="{FF2B5EF4-FFF2-40B4-BE49-F238E27FC236}">
                <a16:creationId xmlns:a16="http://schemas.microsoft.com/office/drawing/2014/main" id="{0AF0443B-4FB7-C313-E871-D902BC22CF3A}"/>
              </a:ext>
            </a:extLst>
          </p:cNvPr>
          <p:cNvCxnSpPr>
            <a:cxnSpLocks/>
          </p:cNvCxnSpPr>
          <p:nvPr/>
        </p:nvCxnSpPr>
        <p:spPr>
          <a:xfrm flipH="1">
            <a:off x="6276738" y="772386"/>
            <a:ext cx="401731" cy="261780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86" name="Google Shape;124;ged78e8fd57_0_0">
            <a:extLst>
              <a:ext uri="{FF2B5EF4-FFF2-40B4-BE49-F238E27FC236}">
                <a16:creationId xmlns:a16="http://schemas.microsoft.com/office/drawing/2014/main" id="{9A77613E-147A-6E68-33D8-A8B8F3FD6F80}"/>
              </a:ext>
            </a:extLst>
          </p:cNvPr>
          <p:cNvSpPr txBox="1"/>
          <p:nvPr/>
        </p:nvSpPr>
        <p:spPr>
          <a:xfrm>
            <a:off x="3046314" y="2831899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Slide Number Placeholder 87">
            <a:extLst>
              <a:ext uri="{FF2B5EF4-FFF2-40B4-BE49-F238E27FC236}">
                <a16:creationId xmlns:a16="http://schemas.microsoft.com/office/drawing/2014/main" id="{44A7DB5A-8697-EFD0-6EA2-FBCB94DD07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663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EB775CD0-5ED3-7A69-FE46-7550E4EF7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>
            <a:extLst>
              <a:ext uri="{FF2B5EF4-FFF2-40B4-BE49-F238E27FC236}">
                <a16:creationId xmlns:a16="http://schemas.microsoft.com/office/drawing/2014/main" id="{94B7B39E-0FAC-FB6B-9473-DBBB75587A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6050" y="123825"/>
            <a:ext cx="107790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sz="2160" dirty="0"/>
              <a:t>Task 8 – Specify Completeness Constraint</a:t>
            </a:r>
            <a:endParaRPr dirty="0"/>
          </a:p>
        </p:txBody>
      </p:sp>
      <p:sp>
        <p:nvSpPr>
          <p:cNvPr id="82" name="Google Shape;82;p2">
            <a:extLst>
              <a:ext uri="{FF2B5EF4-FFF2-40B4-BE49-F238E27FC236}">
                <a16:creationId xmlns:a16="http://schemas.microsoft.com/office/drawing/2014/main" id="{16FB7501-4AA6-D3AA-6064-8A2A965745E7}"/>
              </a:ext>
            </a:extLst>
          </p:cNvPr>
          <p:cNvSpPr/>
          <p:nvPr/>
        </p:nvSpPr>
        <p:spPr>
          <a:xfrm>
            <a:off x="8571119" y="2478863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" name="Google Shape;83;p2">
            <a:extLst>
              <a:ext uri="{FF2B5EF4-FFF2-40B4-BE49-F238E27FC236}">
                <a16:creationId xmlns:a16="http://schemas.microsoft.com/office/drawing/2014/main" id="{FA72C4FD-41E3-CFE0-C800-8830751A8605}"/>
              </a:ext>
            </a:extLst>
          </p:cNvPr>
          <p:cNvGrpSpPr/>
          <p:nvPr/>
        </p:nvGrpSpPr>
        <p:grpSpPr>
          <a:xfrm>
            <a:off x="6678469" y="490861"/>
            <a:ext cx="1497900" cy="586200"/>
            <a:chOff x="-2693116" y="2284388"/>
            <a:chExt cx="1497900" cy="586200"/>
          </a:xfrm>
        </p:grpSpPr>
        <p:sp>
          <p:nvSpPr>
            <p:cNvPr id="84" name="Google Shape;84;p2">
              <a:extLst>
                <a:ext uri="{FF2B5EF4-FFF2-40B4-BE49-F238E27FC236}">
                  <a16:creationId xmlns:a16="http://schemas.microsoft.com/office/drawing/2014/main" id="{6AEB2E22-CA16-E3FF-8DF0-E1C6C33FAB19}"/>
                </a:ext>
              </a:extLst>
            </p:cNvPr>
            <p:cNvSpPr/>
            <p:nvPr/>
          </p:nvSpPr>
          <p:spPr>
            <a:xfrm>
              <a:off x="-2693116" y="2284388"/>
              <a:ext cx="1497900" cy="5862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">
              <a:extLst>
                <a:ext uri="{FF2B5EF4-FFF2-40B4-BE49-F238E27FC236}">
                  <a16:creationId xmlns:a16="http://schemas.microsoft.com/office/drawing/2014/main" id="{F7CBE35E-2B79-DD5A-41AD-62B4C53CD8EC}"/>
                </a:ext>
              </a:extLst>
            </p:cNvPr>
            <p:cNvSpPr/>
            <p:nvPr/>
          </p:nvSpPr>
          <p:spPr>
            <a:xfrm>
              <a:off x="-2634718" y="2337521"/>
              <a:ext cx="1400100" cy="468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 err="1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Used_Copy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490E2651-2CCC-4089-1224-E9A0DE98FB6C}"/>
              </a:ext>
            </a:extLst>
          </p:cNvPr>
          <p:cNvSpPr/>
          <p:nvPr/>
        </p:nvSpPr>
        <p:spPr>
          <a:xfrm>
            <a:off x="4438883" y="3963522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ISBN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>
            <a:extLst>
              <a:ext uri="{FF2B5EF4-FFF2-40B4-BE49-F238E27FC236}">
                <a16:creationId xmlns:a16="http://schemas.microsoft.com/office/drawing/2014/main" id="{3BB2B6B4-92C8-6ECB-4C85-C2C51EACE2E7}"/>
              </a:ext>
            </a:extLst>
          </p:cNvPr>
          <p:cNvSpPr/>
          <p:nvPr/>
        </p:nvSpPr>
        <p:spPr>
          <a:xfrm>
            <a:off x="10298681" y="2652236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1400" b="0" i="0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EBF395F1-F5A9-48B6-FC04-67B3455AF79E}"/>
              </a:ext>
            </a:extLst>
          </p:cNvPr>
          <p:cNvGrpSpPr/>
          <p:nvPr/>
        </p:nvGrpSpPr>
        <p:grpSpPr>
          <a:xfrm>
            <a:off x="5764364" y="2844503"/>
            <a:ext cx="1413035" cy="512235"/>
            <a:chOff x="556313" y="4827396"/>
            <a:chExt cx="1236900" cy="730200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0D147B23-FFD8-1177-28A2-B5FACC44E809}"/>
                </a:ext>
              </a:extLst>
            </p:cNvPr>
            <p:cNvSpPr/>
            <p:nvPr/>
          </p:nvSpPr>
          <p:spPr>
            <a:xfrm>
              <a:off x="556313" y="4827396"/>
              <a:ext cx="1236900" cy="7302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AC9881A2-2191-4307-190E-CA26EA81DE7E}"/>
                </a:ext>
              </a:extLst>
            </p:cNvPr>
            <p:cNvSpPr/>
            <p:nvPr/>
          </p:nvSpPr>
          <p:spPr>
            <a:xfrm>
              <a:off x="630975" y="4909162"/>
              <a:ext cx="1087500" cy="5673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Tag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" name="Google Shape;99;p2">
            <a:extLst>
              <a:ext uri="{FF2B5EF4-FFF2-40B4-BE49-F238E27FC236}">
                <a16:creationId xmlns:a16="http://schemas.microsoft.com/office/drawing/2014/main" id="{34E8F456-FE76-96B7-5C81-EC0447B862D5}"/>
              </a:ext>
            </a:extLst>
          </p:cNvPr>
          <p:cNvGrpSpPr/>
          <p:nvPr/>
        </p:nvGrpSpPr>
        <p:grpSpPr>
          <a:xfrm>
            <a:off x="4506908" y="744909"/>
            <a:ext cx="1769830" cy="601664"/>
            <a:chOff x="259630" y="3076443"/>
            <a:chExt cx="2013000" cy="840900"/>
          </a:xfrm>
        </p:grpSpPr>
        <p:sp>
          <p:nvSpPr>
            <p:cNvPr id="100" name="Google Shape;100;p2">
              <a:extLst>
                <a:ext uri="{FF2B5EF4-FFF2-40B4-BE49-F238E27FC236}">
                  <a16:creationId xmlns:a16="http://schemas.microsoft.com/office/drawing/2014/main" id="{62C7AEC1-E406-A793-7196-A9B1E301E247}"/>
                </a:ext>
              </a:extLst>
            </p:cNvPr>
            <p:cNvSpPr/>
            <p:nvPr/>
          </p:nvSpPr>
          <p:spPr>
            <a:xfrm>
              <a:off x="259630" y="3076443"/>
              <a:ext cx="2013000" cy="8409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>
              <a:extLst>
                <a:ext uri="{FF2B5EF4-FFF2-40B4-BE49-F238E27FC236}">
                  <a16:creationId xmlns:a16="http://schemas.microsoft.com/office/drawing/2014/main" id="{7D257255-42ED-40D3-7435-663F7D8BCC35}"/>
                </a:ext>
              </a:extLst>
            </p:cNvPr>
            <p:cNvSpPr/>
            <p:nvPr/>
          </p:nvSpPr>
          <p:spPr>
            <a:xfrm>
              <a:off x="370759" y="3128720"/>
              <a:ext cx="1790101" cy="735899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dirty="0"/>
                <a:t>Contains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1D63DE28-F629-6DCB-3E41-744028CD64EE}"/>
              </a:ext>
            </a:extLst>
          </p:cNvPr>
          <p:cNvSpPr/>
          <p:nvPr/>
        </p:nvSpPr>
        <p:spPr>
          <a:xfrm>
            <a:off x="664170" y="3958200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Shipped_By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2;p2">
            <a:extLst>
              <a:ext uri="{FF2B5EF4-FFF2-40B4-BE49-F238E27FC236}">
                <a16:creationId xmlns:a16="http://schemas.microsoft.com/office/drawing/2014/main" id="{5EF41646-EDCD-EE3C-B4A5-EE5592D3A9DF}"/>
              </a:ext>
            </a:extLst>
          </p:cNvPr>
          <p:cNvSpPr/>
          <p:nvPr/>
        </p:nvSpPr>
        <p:spPr>
          <a:xfrm>
            <a:off x="3562484" y="5960994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82;p2">
            <a:extLst>
              <a:ext uri="{FF2B5EF4-FFF2-40B4-BE49-F238E27FC236}">
                <a16:creationId xmlns:a16="http://schemas.microsoft.com/office/drawing/2014/main" id="{E705DD12-7936-364E-4C47-C0A2A176F98A}"/>
              </a:ext>
            </a:extLst>
          </p:cNvPr>
          <p:cNvSpPr/>
          <p:nvPr/>
        </p:nvSpPr>
        <p:spPr>
          <a:xfrm>
            <a:off x="7830634" y="4833907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Drop_Shipper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90;p2">
            <a:extLst>
              <a:ext uri="{FF2B5EF4-FFF2-40B4-BE49-F238E27FC236}">
                <a16:creationId xmlns:a16="http://schemas.microsoft.com/office/drawing/2014/main" id="{FC4794EE-D911-BA96-DE17-E7FF07B0ADF8}"/>
              </a:ext>
            </a:extLst>
          </p:cNvPr>
          <p:cNvSpPr/>
          <p:nvPr/>
        </p:nvSpPr>
        <p:spPr>
          <a:xfrm>
            <a:off x="1641742" y="2994765"/>
            <a:ext cx="273600" cy="254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2;p2">
            <a:extLst>
              <a:ext uri="{FF2B5EF4-FFF2-40B4-BE49-F238E27FC236}">
                <a16:creationId xmlns:a16="http://schemas.microsoft.com/office/drawing/2014/main" id="{DEE35FF4-1092-451B-D3B2-55EAB9C4FE15}"/>
              </a:ext>
            </a:extLst>
          </p:cNvPr>
          <p:cNvSpPr/>
          <p:nvPr/>
        </p:nvSpPr>
        <p:spPr>
          <a:xfrm>
            <a:off x="2079073" y="3037341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Book</a:t>
            </a:r>
            <a:endParaRPr sz="1400" b="0" i="0" u="none" strike="noStrike" cap="none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82;p2">
            <a:extLst>
              <a:ext uri="{FF2B5EF4-FFF2-40B4-BE49-F238E27FC236}">
                <a16:creationId xmlns:a16="http://schemas.microsoft.com/office/drawing/2014/main" id="{CCC7FCD9-7C8C-4C25-711D-E856313B80B5}"/>
              </a:ext>
            </a:extLst>
          </p:cNvPr>
          <p:cNvSpPr/>
          <p:nvPr/>
        </p:nvSpPr>
        <p:spPr>
          <a:xfrm>
            <a:off x="662808" y="1991790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New_Book</a:t>
            </a: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82;p2">
            <a:extLst>
              <a:ext uri="{FF2B5EF4-FFF2-40B4-BE49-F238E27FC236}">
                <a16:creationId xmlns:a16="http://schemas.microsoft.com/office/drawing/2014/main" id="{4E9208C7-9085-21E0-A7F9-253C87117B45}"/>
              </a:ext>
            </a:extLst>
          </p:cNvPr>
          <p:cNvSpPr/>
          <p:nvPr/>
        </p:nvSpPr>
        <p:spPr>
          <a:xfrm>
            <a:off x="2779123" y="1507712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Used_Book</a:t>
            </a: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Google Shape;86;p2">
            <a:extLst>
              <a:ext uri="{FF2B5EF4-FFF2-40B4-BE49-F238E27FC236}">
                <a16:creationId xmlns:a16="http://schemas.microsoft.com/office/drawing/2014/main" id="{C3CAC919-63E5-63B8-1AE2-D4483DF95E07}"/>
              </a:ext>
            </a:extLst>
          </p:cNvPr>
          <p:cNvCxnSpPr>
            <a:cxnSpLocks/>
            <a:stCxn id="13" idx="1"/>
            <a:endCxn id="15" idx="2"/>
          </p:cNvCxnSpPr>
          <p:nvPr/>
        </p:nvCxnSpPr>
        <p:spPr>
          <a:xfrm flipH="1" flipV="1">
            <a:off x="1362858" y="2459790"/>
            <a:ext cx="318952" cy="5721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8" name="Google Shape;86;p2">
            <a:extLst>
              <a:ext uri="{FF2B5EF4-FFF2-40B4-BE49-F238E27FC236}">
                <a16:creationId xmlns:a16="http://schemas.microsoft.com/office/drawing/2014/main" id="{69373A65-0EDA-34D2-3098-105A76D0F469}"/>
              </a:ext>
            </a:extLst>
          </p:cNvPr>
          <p:cNvCxnSpPr>
            <a:cxnSpLocks/>
            <a:stCxn id="16" idx="2"/>
            <a:endCxn id="13" idx="7"/>
          </p:cNvCxnSpPr>
          <p:nvPr/>
        </p:nvCxnSpPr>
        <p:spPr>
          <a:xfrm flipH="1">
            <a:off x="1875274" y="1975712"/>
            <a:ext cx="1603899" cy="105626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9" name="Google Shape;103;p2">
            <a:extLst>
              <a:ext uri="{FF2B5EF4-FFF2-40B4-BE49-F238E27FC236}">
                <a16:creationId xmlns:a16="http://schemas.microsoft.com/office/drawing/2014/main" id="{76560BC1-69C6-4C48-0BCF-D9984F01A90C}"/>
              </a:ext>
            </a:extLst>
          </p:cNvPr>
          <p:cNvSpPr/>
          <p:nvPr/>
        </p:nvSpPr>
        <p:spPr>
          <a:xfrm>
            <a:off x="4848073" y="1501215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Written_By</a:t>
            </a: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103;p2">
            <a:extLst>
              <a:ext uri="{FF2B5EF4-FFF2-40B4-BE49-F238E27FC236}">
                <a16:creationId xmlns:a16="http://schemas.microsoft.com/office/drawing/2014/main" id="{49F04148-AD97-EB05-1D85-E3E99FF50001}"/>
              </a:ext>
            </a:extLst>
          </p:cNvPr>
          <p:cNvSpPr/>
          <p:nvPr/>
        </p:nvSpPr>
        <p:spPr>
          <a:xfrm>
            <a:off x="1184023" y="5591550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Appears_In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92;p2">
            <a:extLst>
              <a:ext uri="{FF2B5EF4-FFF2-40B4-BE49-F238E27FC236}">
                <a16:creationId xmlns:a16="http://schemas.microsoft.com/office/drawing/2014/main" id="{C8087717-EBEC-E9BD-594C-A043C4AC37D0}"/>
              </a:ext>
            </a:extLst>
          </p:cNvPr>
          <p:cNvSpPr/>
          <p:nvPr/>
        </p:nvSpPr>
        <p:spPr>
          <a:xfrm>
            <a:off x="9300098" y="765648"/>
            <a:ext cx="1497900" cy="455708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Date_Aquired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2;p2">
            <a:extLst>
              <a:ext uri="{FF2B5EF4-FFF2-40B4-BE49-F238E27FC236}">
                <a16:creationId xmlns:a16="http://schemas.microsoft.com/office/drawing/2014/main" id="{947FC1DC-DC32-17BC-5726-A0959A724D8B}"/>
              </a:ext>
            </a:extLst>
          </p:cNvPr>
          <p:cNvSpPr/>
          <p:nvPr/>
        </p:nvSpPr>
        <p:spPr>
          <a:xfrm>
            <a:off x="9271169" y="3429000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First_Name</a:t>
            </a:r>
            <a:endParaRPr lang="en-US" sz="1200" b="0" i="0" u="sng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2;p2">
            <a:extLst>
              <a:ext uri="{FF2B5EF4-FFF2-40B4-BE49-F238E27FC236}">
                <a16:creationId xmlns:a16="http://schemas.microsoft.com/office/drawing/2014/main" id="{3AAB3AAD-F474-47D1-E99E-4DE628EBD853}"/>
              </a:ext>
            </a:extLst>
          </p:cNvPr>
          <p:cNvSpPr/>
          <p:nvPr/>
        </p:nvSpPr>
        <p:spPr>
          <a:xfrm>
            <a:off x="10564469" y="3726153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Last_Name</a:t>
            </a:r>
            <a:endParaRPr lang="en-US" sz="1200" b="0" i="0" u="sng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Google Shape;97;p2">
            <a:extLst>
              <a:ext uri="{FF2B5EF4-FFF2-40B4-BE49-F238E27FC236}">
                <a16:creationId xmlns:a16="http://schemas.microsoft.com/office/drawing/2014/main" id="{BBEA7313-0610-0201-F89B-652F58C93E09}"/>
              </a:ext>
            </a:extLst>
          </p:cNvPr>
          <p:cNvCxnSpPr>
            <a:cxnSpLocks/>
            <a:stCxn id="3" idx="0"/>
            <a:endCxn id="92" idx="3"/>
          </p:cNvCxnSpPr>
          <p:nvPr/>
        </p:nvCxnSpPr>
        <p:spPr>
          <a:xfrm flipV="1">
            <a:off x="9917819" y="3103936"/>
            <a:ext cx="570261" cy="32506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1" name="Google Shape;97;p2">
            <a:extLst>
              <a:ext uri="{FF2B5EF4-FFF2-40B4-BE49-F238E27FC236}">
                <a16:creationId xmlns:a16="http://schemas.microsoft.com/office/drawing/2014/main" id="{77E70E4B-F0F9-7F77-BC68-28BB6091EC99}"/>
              </a:ext>
            </a:extLst>
          </p:cNvPr>
          <p:cNvCxnSpPr>
            <a:cxnSpLocks/>
            <a:stCxn id="6" idx="0"/>
            <a:endCxn id="92" idx="4"/>
          </p:cNvCxnSpPr>
          <p:nvPr/>
        </p:nvCxnSpPr>
        <p:spPr>
          <a:xfrm flipH="1" flipV="1">
            <a:off x="10945331" y="3181436"/>
            <a:ext cx="265788" cy="54471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24" name="Google Shape;97;p2">
            <a:extLst>
              <a:ext uri="{FF2B5EF4-FFF2-40B4-BE49-F238E27FC236}">
                <a16:creationId xmlns:a16="http://schemas.microsoft.com/office/drawing/2014/main" id="{E98A8372-5D96-586F-94F6-55D6C4DEB297}"/>
              </a:ext>
            </a:extLst>
          </p:cNvPr>
          <p:cNvCxnSpPr>
            <a:cxnSpLocks/>
            <a:stCxn id="82" idx="3"/>
            <a:endCxn id="92" idx="1"/>
          </p:cNvCxnSpPr>
          <p:nvPr/>
        </p:nvCxnSpPr>
        <p:spPr>
          <a:xfrm>
            <a:off x="9971219" y="2712863"/>
            <a:ext cx="516861" cy="1687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43" name="Google Shape;92;p2">
            <a:extLst>
              <a:ext uri="{FF2B5EF4-FFF2-40B4-BE49-F238E27FC236}">
                <a16:creationId xmlns:a16="http://schemas.microsoft.com/office/drawing/2014/main" id="{A304BD1C-BBE3-2875-053B-6240525E4166}"/>
              </a:ext>
            </a:extLst>
          </p:cNvPr>
          <p:cNvSpPr/>
          <p:nvPr/>
        </p:nvSpPr>
        <p:spPr>
          <a:xfrm>
            <a:off x="5082083" y="3399336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title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92;p2">
            <a:extLst>
              <a:ext uri="{FF2B5EF4-FFF2-40B4-BE49-F238E27FC236}">
                <a16:creationId xmlns:a16="http://schemas.microsoft.com/office/drawing/2014/main" id="{BFADFEC9-D3DC-9E8C-0D0D-FA0E64A3CA96}"/>
              </a:ext>
            </a:extLst>
          </p:cNvPr>
          <p:cNvSpPr/>
          <p:nvPr/>
        </p:nvSpPr>
        <p:spPr>
          <a:xfrm>
            <a:off x="3771904" y="2451785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Publisher_Name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92;p2">
            <a:extLst>
              <a:ext uri="{FF2B5EF4-FFF2-40B4-BE49-F238E27FC236}">
                <a16:creationId xmlns:a16="http://schemas.microsoft.com/office/drawing/2014/main" id="{6C217063-0A9A-564D-76E4-227C45258B7F}"/>
              </a:ext>
            </a:extLst>
          </p:cNvPr>
          <p:cNvSpPr/>
          <p:nvPr/>
        </p:nvSpPr>
        <p:spPr>
          <a:xfrm>
            <a:off x="5102808" y="2306743"/>
            <a:ext cx="14001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Page_Count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97;p2">
            <a:extLst>
              <a:ext uri="{FF2B5EF4-FFF2-40B4-BE49-F238E27FC236}">
                <a16:creationId xmlns:a16="http://schemas.microsoft.com/office/drawing/2014/main" id="{C2580437-1238-988D-FB07-3F067A5460CB}"/>
              </a:ext>
            </a:extLst>
          </p:cNvPr>
          <p:cNvCxnSpPr>
            <a:cxnSpLocks/>
            <a:stCxn id="45" idx="2"/>
            <a:endCxn id="14" idx="3"/>
          </p:cNvCxnSpPr>
          <p:nvPr/>
        </p:nvCxnSpPr>
        <p:spPr>
          <a:xfrm flipH="1">
            <a:off x="3479173" y="2716385"/>
            <a:ext cx="292731" cy="55495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62" name="Google Shape;97;p2">
            <a:extLst>
              <a:ext uri="{FF2B5EF4-FFF2-40B4-BE49-F238E27FC236}">
                <a16:creationId xmlns:a16="http://schemas.microsoft.com/office/drawing/2014/main" id="{E74FB75B-BC44-C698-2A6E-0D535444A8C3}"/>
              </a:ext>
            </a:extLst>
          </p:cNvPr>
          <p:cNvCxnSpPr>
            <a:cxnSpLocks/>
            <a:stCxn id="46" idx="4"/>
            <a:endCxn id="14" idx="3"/>
          </p:cNvCxnSpPr>
          <p:nvPr/>
        </p:nvCxnSpPr>
        <p:spPr>
          <a:xfrm flipH="1">
            <a:off x="3479173" y="2835943"/>
            <a:ext cx="2323685" cy="43539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69" name="Google Shape;97;p2">
            <a:extLst>
              <a:ext uri="{FF2B5EF4-FFF2-40B4-BE49-F238E27FC236}">
                <a16:creationId xmlns:a16="http://schemas.microsoft.com/office/drawing/2014/main" id="{0EE31563-A457-26DF-DA9D-ABAADEF83BA4}"/>
              </a:ext>
            </a:extLst>
          </p:cNvPr>
          <p:cNvCxnSpPr>
            <a:cxnSpLocks/>
            <a:stCxn id="94" idx="2"/>
            <a:endCxn id="14" idx="3"/>
          </p:cNvCxnSpPr>
          <p:nvPr/>
        </p:nvCxnSpPr>
        <p:spPr>
          <a:xfrm flipH="1">
            <a:off x="3479173" y="3100621"/>
            <a:ext cx="2285191" cy="1707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72" name="Google Shape;97;p2">
            <a:extLst>
              <a:ext uri="{FF2B5EF4-FFF2-40B4-BE49-F238E27FC236}">
                <a16:creationId xmlns:a16="http://schemas.microsoft.com/office/drawing/2014/main" id="{5D249050-560B-2BC0-2748-17E3BFCA51F5}"/>
              </a:ext>
            </a:extLst>
          </p:cNvPr>
          <p:cNvCxnSpPr>
            <a:cxnSpLocks/>
            <a:stCxn id="43" idx="0"/>
            <a:endCxn id="14" idx="3"/>
          </p:cNvCxnSpPr>
          <p:nvPr/>
        </p:nvCxnSpPr>
        <p:spPr>
          <a:xfrm flipH="1" flipV="1">
            <a:off x="3479173" y="3271341"/>
            <a:ext cx="2249560" cy="12799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75" name="Google Shape;97;p2">
            <a:extLst>
              <a:ext uri="{FF2B5EF4-FFF2-40B4-BE49-F238E27FC236}">
                <a16:creationId xmlns:a16="http://schemas.microsoft.com/office/drawing/2014/main" id="{D1F28E01-134C-FBE9-C9D9-A0DBEC19299D}"/>
              </a:ext>
            </a:extLst>
          </p:cNvPr>
          <p:cNvCxnSpPr>
            <a:cxnSpLocks/>
            <a:stCxn id="91" idx="0"/>
            <a:endCxn id="14" idx="3"/>
          </p:cNvCxnSpPr>
          <p:nvPr/>
        </p:nvCxnSpPr>
        <p:spPr>
          <a:xfrm flipH="1" flipV="1">
            <a:off x="3479173" y="3271341"/>
            <a:ext cx="1602910" cy="69218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78" name="Google Shape;97;p2">
            <a:extLst>
              <a:ext uri="{FF2B5EF4-FFF2-40B4-BE49-F238E27FC236}">
                <a16:creationId xmlns:a16="http://schemas.microsoft.com/office/drawing/2014/main" id="{2C74E388-F7A6-94E1-9584-32CEE1E1ABC8}"/>
              </a:ext>
            </a:extLst>
          </p:cNvPr>
          <p:cNvCxnSpPr>
            <a:cxnSpLocks/>
            <a:stCxn id="198" idx="0"/>
            <a:endCxn id="14" idx="3"/>
          </p:cNvCxnSpPr>
          <p:nvPr/>
        </p:nvCxnSpPr>
        <p:spPr>
          <a:xfrm flipH="1" flipV="1">
            <a:off x="3479173" y="3271341"/>
            <a:ext cx="334425" cy="5153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04" name="Google Shape;92;p2">
            <a:extLst>
              <a:ext uri="{FF2B5EF4-FFF2-40B4-BE49-F238E27FC236}">
                <a16:creationId xmlns:a16="http://schemas.microsoft.com/office/drawing/2014/main" id="{C7B76AD0-2629-3220-E4FD-E0EFB9BE0281}"/>
              </a:ext>
            </a:extLst>
          </p:cNvPr>
          <p:cNvSpPr/>
          <p:nvPr/>
        </p:nvSpPr>
        <p:spPr>
          <a:xfrm>
            <a:off x="3322859" y="5113053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92;p2">
            <a:extLst>
              <a:ext uri="{FF2B5EF4-FFF2-40B4-BE49-F238E27FC236}">
                <a16:creationId xmlns:a16="http://schemas.microsoft.com/office/drawing/2014/main" id="{FF7128C4-BF59-9124-3E47-ADE28C6179FD}"/>
              </a:ext>
            </a:extLst>
          </p:cNvPr>
          <p:cNvSpPr/>
          <p:nvPr/>
        </p:nvSpPr>
        <p:spPr>
          <a:xfrm>
            <a:off x="8649884" y="1290500"/>
            <a:ext cx="1497900" cy="468001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92;p2">
            <a:extLst>
              <a:ext uri="{FF2B5EF4-FFF2-40B4-BE49-F238E27FC236}">
                <a16:creationId xmlns:a16="http://schemas.microsoft.com/office/drawing/2014/main" id="{3566C908-559C-E984-B51E-1EEE18C62F9C}"/>
              </a:ext>
            </a:extLst>
          </p:cNvPr>
          <p:cNvSpPr/>
          <p:nvPr/>
        </p:nvSpPr>
        <p:spPr>
          <a:xfrm>
            <a:off x="7584875" y="1768827"/>
            <a:ext cx="1497900" cy="468001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Inventory_Status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97;p2">
            <a:extLst>
              <a:ext uri="{FF2B5EF4-FFF2-40B4-BE49-F238E27FC236}">
                <a16:creationId xmlns:a16="http://schemas.microsoft.com/office/drawing/2014/main" id="{20056EEB-61FF-BD38-A496-43A08C578941}"/>
              </a:ext>
            </a:extLst>
          </p:cNvPr>
          <p:cNvCxnSpPr>
            <a:cxnSpLocks/>
            <a:stCxn id="2" idx="2"/>
            <a:endCxn id="84" idx="3"/>
          </p:cNvCxnSpPr>
          <p:nvPr/>
        </p:nvCxnSpPr>
        <p:spPr>
          <a:xfrm flipH="1" flipV="1">
            <a:off x="8176369" y="783961"/>
            <a:ext cx="1123729" cy="20954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10" name="Google Shape;97;p2">
            <a:extLst>
              <a:ext uri="{FF2B5EF4-FFF2-40B4-BE49-F238E27FC236}">
                <a16:creationId xmlns:a16="http://schemas.microsoft.com/office/drawing/2014/main" id="{B2B71186-7287-4338-B761-AA5AC441DD15}"/>
              </a:ext>
            </a:extLst>
          </p:cNvPr>
          <p:cNvCxnSpPr>
            <a:cxnSpLocks/>
            <a:stCxn id="105" idx="1"/>
            <a:endCxn id="84" idx="2"/>
          </p:cNvCxnSpPr>
          <p:nvPr/>
        </p:nvCxnSpPr>
        <p:spPr>
          <a:xfrm flipH="1" flipV="1">
            <a:off x="7427419" y="1077061"/>
            <a:ext cx="1441827" cy="28197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13" name="Google Shape;97;p2">
            <a:extLst>
              <a:ext uri="{FF2B5EF4-FFF2-40B4-BE49-F238E27FC236}">
                <a16:creationId xmlns:a16="http://schemas.microsoft.com/office/drawing/2014/main" id="{72B5AFC2-2EF6-659D-BBDE-680F509BA295}"/>
              </a:ext>
            </a:extLst>
          </p:cNvPr>
          <p:cNvCxnSpPr>
            <a:cxnSpLocks/>
            <a:stCxn id="106" idx="0"/>
            <a:endCxn id="84" idx="2"/>
          </p:cNvCxnSpPr>
          <p:nvPr/>
        </p:nvCxnSpPr>
        <p:spPr>
          <a:xfrm flipH="1" flipV="1">
            <a:off x="7427419" y="1077061"/>
            <a:ext cx="906406" cy="69176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17" name="Google Shape;91;p2">
            <a:extLst>
              <a:ext uri="{FF2B5EF4-FFF2-40B4-BE49-F238E27FC236}">
                <a16:creationId xmlns:a16="http://schemas.microsoft.com/office/drawing/2014/main" id="{3BE681F5-8B5B-1E0C-BD3F-6AD87D0308AA}"/>
              </a:ext>
            </a:extLst>
          </p:cNvPr>
          <p:cNvSpPr/>
          <p:nvPr/>
        </p:nvSpPr>
        <p:spPr>
          <a:xfrm>
            <a:off x="8861384" y="200714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Copy_Number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97;p2">
            <a:extLst>
              <a:ext uri="{FF2B5EF4-FFF2-40B4-BE49-F238E27FC236}">
                <a16:creationId xmlns:a16="http://schemas.microsoft.com/office/drawing/2014/main" id="{6E5A0D19-73BC-29A3-B1A9-3951AD068228}"/>
              </a:ext>
            </a:extLst>
          </p:cNvPr>
          <p:cNvCxnSpPr>
            <a:cxnSpLocks/>
            <a:stCxn id="117" idx="2"/>
            <a:endCxn id="85" idx="3"/>
          </p:cNvCxnSpPr>
          <p:nvPr/>
        </p:nvCxnSpPr>
        <p:spPr>
          <a:xfrm flipH="1">
            <a:off x="8136967" y="472964"/>
            <a:ext cx="724417" cy="30503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38" name="Google Shape;92;p2">
            <a:extLst>
              <a:ext uri="{FF2B5EF4-FFF2-40B4-BE49-F238E27FC236}">
                <a16:creationId xmlns:a16="http://schemas.microsoft.com/office/drawing/2014/main" id="{2BEDB28D-2BCA-8F43-ABFD-507C06A46CB4}"/>
              </a:ext>
            </a:extLst>
          </p:cNvPr>
          <p:cNvSpPr/>
          <p:nvPr/>
        </p:nvSpPr>
        <p:spPr>
          <a:xfrm>
            <a:off x="9275348" y="4354855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97;p2">
            <a:extLst>
              <a:ext uri="{FF2B5EF4-FFF2-40B4-BE49-F238E27FC236}">
                <a16:creationId xmlns:a16="http://schemas.microsoft.com/office/drawing/2014/main" id="{A0F1580F-8F53-836A-B027-3C8F2D779267}"/>
              </a:ext>
            </a:extLst>
          </p:cNvPr>
          <p:cNvCxnSpPr>
            <a:cxnSpLocks/>
            <a:stCxn id="138" idx="2"/>
            <a:endCxn id="5" idx="0"/>
          </p:cNvCxnSpPr>
          <p:nvPr/>
        </p:nvCxnSpPr>
        <p:spPr>
          <a:xfrm flipH="1">
            <a:off x="8530684" y="4619455"/>
            <a:ext cx="744664" cy="21445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50" name="Google Shape;92;p2">
            <a:extLst>
              <a:ext uri="{FF2B5EF4-FFF2-40B4-BE49-F238E27FC236}">
                <a16:creationId xmlns:a16="http://schemas.microsoft.com/office/drawing/2014/main" id="{FF244584-3FD2-8847-EDC8-5C4D34B53FB8}"/>
              </a:ext>
            </a:extLst>
          </p:cNvPr>
          <p:cNvSpPr/>
          <p:nvPr/>
        </p:nvSpPr>
        <p:spPr>
          <a:xfrm>
            <a:off x="7490317" y="5464562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</a:t>
            </a:r>
          </a:p>
        </p:txBody>
      </p:sp>
      <p:sp>
        <p:nvSpPr>
          <p:cNvPr id="151" name="Google Shape;92;p2">
            <a:extLst>
              <a:ext uri="{FF2B5EF4-FFF2-40B4-BE49-F238E27FC236}">
                <a16:creationId xmlns:a16="http://schemas.microsoft.com/office/drawing/2014/main" id="{B0B59DD5-A63D-859B-90E2-E04629AFCA02}"/>
              </a:ext>
            </a:extLst>
          </p:cNvPr>
          <p:cNvSpPr/>
          <p:nvPr/>
        </p:nvSpPr>
        <p:spPr>
          <a:xfrm>
            <a:off x="6780769" y="6034122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Street</a:t>
            </a:r>
          </a:p>
        </p:txBody>
      </p:sp>
      <p:sp>
        <p:nvSpPr>
          <p:cNvPr id="152" name="Google Shape;92;p2">
            <a:extLst>
              <a:ext uri="{FF2B5EF4-FFF2-40B4-BE49-F238E27FC236}">
                <a16:creationId xmlns:a16="http://schemas.microsoft.com/office/drawing/2014/main" id="{2895B845-3FD3-0C9F-E8D0-5CAC32823A64}"/>
              </a:ext>
            </a:extLst>
          </p:cNvPr>
          <p:cNvSpPr/>
          <p:nvPr/>
        </p:nvSpPr>
        <p:spPr>
          <a:xfrm>
            <a:off x="8214734" y="6050741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City</a:t>
            </a:r>
          </a:p>
        </p:txBody>
      </p:sp>
      <p:sp>
        <p:nvSpPr>
          <p:cNvPr id="153" name="Google Shape;92;p2">
            <a:extLst>
              <a:ext uri="{FF2B5EF4-FFF2-40B4-BE49-F238E27FC236}">
                <a16:creationId xmlns:a16="http://schemas.microsoft.com/office/drawing/2014/main" id="{6AC34A5E-D6B0-CDA3-F854-EF3B29698729}"/>
              </a:ext>
            </a:extLst>
          </p:cNvPr>
          <p:cNvSpPr/>
          <p:nvPr/>
        </p:nvSpPr>
        <p:spPr>
          <a:xfrm>
            <a:off x="9636972" y="6194994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</a:t>
            </a:r>
          </a:p>
        </p:txBody>
      </p:sp>
      <p:sp>
        <p:nvSpPr>
          <p:cNvPr id="154" name="Google Shape;92;p2">
            <a:extLst>
              <a:ext uri="{FF2B5EF4-FFF2-40B4-BE49-F238E27FC236}">
                <a16:creationId xmlns:a16="http://schemas.microsoft.com/office/drawing/2014/main" id="{30363DD6-9449-30B0-DEE7-5A05DA5B4334}"/>
              </a:ext>
            </a:extLst>
          </p:cNvPr>
          <p:cNvSpPr/>
          <p:nvPr/>
        </p:nvSpPr>
        <p:spPr>
          <a:xfrm>
            <a:off x="9094583" y="5444289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Zip</a:t>
            </a:r>
          </a:p>
        </p:txBody>
      </p:sp>
      <p:cxnSp>
        <p:nvCxnSpPr>
          <p:cNvPr id="155" name="Google Shape;97;p2">
            <a:extLst>
              <a:ext uri="{FF2B5EF4-FFF2-40B4-BE49-F238E27FC236}">
                <a16:creationId xmlns:a16="http://schemas.microsoft.com/office/drawing/2014/main" id="{DFADA2DA-EDE0-745A-6039-2707DA5CC499}"/>
              </a:ext>
            </a:extLst>
          </p:cNvPr>
          <p:cNvCxnSpPr>
            <a:cxnSpLocks/>
            <a:stCxn id="154" idx="2"/>
            <a:endCxn id="150" idx="6"/>
          </p:cNvCxnSpPr>
          <p:nvPr/>
        </p:nvCxnSpPr>
        <p:spPr>
          <a:xfrm flipH="1">
            <a:off x="8783617" y="5708889"/>
            <a:ext cx="310966" cy="2027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58" name="Google Shape;97;p2">
            <a:extLst>
              <a:ext uri="{FF2B5EF4-FFF2-40B4-BE49-F238E27FC236}">
                <a16:creationId xmlns:a16="http://schemas.microsoft.com/office/drawing/2014/main" id="{6A605EEC-D979-77B5-F79D-9985775F972E}"/>
              </a:ext>
            </a:extLst>
          </p:cNvPr>
          <p:cNvCxnSpPr>
            <a:cxnSpLocks/>
            <a:stCxn id="151" idx="0"/>
            <a:endCxn id="150" idx="3"/>
          </p:cNvCxnSpPr>
          <p:nvPr/>
        </p:nvCxnSpPr>
        <p:spPr>
          <a:xfrm flipV="1">
            <a:off x="7427419" y="5916262"/>
            <a:ext cx="252297" cy="1178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61" name="Google Shape;97;p2">
            <a:extLst>
              <a:ext uri="{FF2B5EF4-FFF2-40B4-BE49-F238E27FC236}">
                <a16:creationId xmlns:a16="http://schemas.microsoft.com/office/drawing/2014/main" id="{D375A490-BA60-0F37-14F4-356CD7C95338}"/>
              </a:ext>
            </a:extLst>
          </p:cNvPr>
          <p:cNvCxnSpPr>
            <a:cxnSpLocks/>
            <a:stCxn id="152" idx="1"/>
            <a:endCxn id="150" idx="4"/>
          </p:cNvCxnSpPr>
          <p:nvPr/>
        </p:nvCxnSpPr>
        <p:spPr>
          <a:xfrm flipH="1" flipV="1">
            <a:off x="8136967" y="5993762"/>
            <a:ext cx="267166" cy="13447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64" name="Google Shape;97;p2">
            <a:extLst>
              <a:ext uri="{FF2B5EF4-FFF2-40B4-BE49-F238E27FC236}">
                <a16:creationId xmlns:a16="http://schemas.microsoft.com/office/drawing/2014/main" id="{651284B2-3B26-717B-7320-00AE4924067F}"/>
              </a:ext>
            </a:extLst>
          </p:cNvPr>
          <p:cNvCxnSpPr>
            <a:cxnSpLocks/>
            <a:stCxn id="153" idx="0"/>
            <a:endCxn id="150" idx="5"/>
          </p:cNvCxnSpPr>
          <p:nvPr/>
        </p:nvCxnSpPr>
        <p:spPr>
          <a:xfrm flipH="1" flipV="1">
            <a:off x="8594218" y="5916262"/>
            <a:ext cx="1689404" cy="2787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67" name="Google Shape;97;p2">
            <a:extLst>
              <a:ext uri="{FF2B5EF4-FFF2-40B4-BE49-F238E27FC236}">
                <a16:creationId xmlns:a16="http://schemas.microsoft.com/office/drawing/2014/main" id="{A332EBDD-D484-3E27-2501-888C5F248664}"/>
              </a:ext>
            </a:extLst>
          </p:cNvPr>
          <p:cNvCxnSpPr>
            <a:cxnSpLocks/>
            <a:stCxn id="5" idx="2"/>
            <a:endCxn id="150" idx="0"/>
          </p:cNvCxnSpPr>
          <p:nvPr/>
        </p:nvCxnSpPr>
        <p:spPr>
          <a:xfrm flipH="1">
            <a:off x="8136967" y="5301907"/>
            <a:ext cx="393717" cy="16265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70" name="Google Shape;92;p2">
            <a:extLst>
              <a:ext uri="{FF2B5EF4-FFF2-40B4-BE49-F238E27FC236}">
                <a16:creationId xmlns:a16="http://schemas.microsoft.com/office/drawing/2014/main" id="{C16AFB2C-598C-DBBD-6FCC-FF7D5FDB1C25}"/>
              </a:ext>
            </a:extLst>
          </p:cNvPr>
          <p:cNvSpPr/>
          <p:nvPr/>
        </p:nvSpPr>
        <p:spPr>
          <a:xfrm>
            <a:off x="487558" y="5037307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First_Chapter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92;p2">
            <a:extLst>
              <a:ext uri="{FF2B5EF4-FFF2-40B4-BE49-F238E27FC236}">
                <a16:creationId xmlns:a16="http://schemas.microsoft.com/office/drawing/2014/main" id="{E61210B4-7D87-8C79-4AA1-AEFF19CE3EE4}"/>
              </a:ext>
            </a:extLst>
          </p:cNvPr>
          <p:cNvSpPr/>
          <p:nvPr/>
        </p:nvSpPr>
        <p:spPr>
          <a:xfrm>
            <a:off x="4698177" y="4971348"/>
            <a:ext cx="1600368" cy="881749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First_Appearance_Publication_Date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92;p2">
            <a:extLst>
              <a:ext uri="{FF2B5EF4-FFF2-40B4-BE49-F238E27FC236}">
                <a16:creationId xmlns:a16="http://schemas.microsoft.com/office/drawing/2014/main" id="{1E33346C-B257-7E8E-0A09-A95C6C6E70B8}"/>
              </a:ext>
            </a:extLst>
          </p:cNvPr>
          <p:cNvSpPr/>
          <p:nvPr/>
        </p:nvSpPr>
        <p:spPr>
          <a:xfrm>
            <a:off x="10174484" y="1841875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sng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Birthdate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" name="Google Shape;97;p2">
            <a:extLst>
              <a:ext uri="{FF2B5EF4-FFF2-40B4-BE49-F238E27FC236}">
                <a16:creationId xmlns:a16="http://schemas.microsoft.com/office/drawing/2014/main" id="{25148D00-3333-CD2E-F074-E9AF352A885B}"/>
              </a:ext>
            </a:extLst>
          </p:cNvPr>
          <p:cNvCxnSpPr>
            <a:cxnSpLocks/>
            <a:stCxn id="173" idx="2"/>
            <a:endCxn id="82" idx="0"/>
          </p:cNvCxnSpPr>
          <p:nvPr/>
        </p:nvCxnSpPr>
        <p:spPr>
          <a:xfrm flipH="1">
            <a:off x="9271169" y="2106475"/>
            <a:ext cx="903315" cy="3723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77" name="Google Shape;97;p2">
            <a:extLst>
              <a:ext uri="{FF2B5EF4-FFF2-40B4-BE49-F238E27FC236}">
                <a16:creationId xmlns:a16="http://schemas.microsoft.com/office/drawing/2014/main" id="{049E34F8-E6C6-5867-A67E-DAE3F97A7324}"/>
              </a:ext>
            </a:extLst>
          </p:cNvPr>
          <p:cNvCxnSpPr>
            <a:cxnSpLocks/>
            <a:stCxn id="104" idx="4"/>
            <a:endCxn id="4" idx="0"/>
          </p:cNvCxnSpPr>
          <p:nvPr/>
        </p:nvCxnSpPr>
        <p:spPr>
          <a:xfrm>
            <a:off x="3969509" y="5642253"/>
            <a:ext cx="293025" cy="31874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80" name="Google Shape;97;p2">
            <a:extLst>
              <a:ext uri="{FF2B5EF4-FFF2-40B4-BE49-F238E27FC236}">
                <a16:creationId xmlns:a16="http://schemas.microsoft.com/office/drawing/2014/main" id="{E64454FC-F507-63BC-2B96-292C03BA0E9F}"/>
              </a:ext>
            </a:extLst>
          </p:cNvPr>
          <p:cNvCxnSpPr>
            <a:cxnSpLocks/>
            <a:stCxn id="172" idx="3"/>
            <a:endCxn id="4" idx="0"/>
          </p:cNvCxnSpPr>
          <p:nvPr/>
        </p:nvCxnSpPr>
        <p:spPr>
          <a:xfrm flipH="1">
            <a:off x="4262534" y="5723968"/>
            <a:ext cx="670011" cy="23702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98" name="Google Shape;92;p2">
            <a:extLst>
              <a:ext uri="{FF2B5EF4-FFF2-40B4-BE49-F238E27FC236}">
                <a16:creationId xmlns:a16="http://schemas.microsoft.com/office/drawing/2014/main" id="{E925CBB5-6BD7-3DFA-E2CE-334286D2F2EF}"/>
              </a:ext>
            </a:extLst>
          </p:cNvPr>
          <p:cNvSpPr/>
          <p:nvPr/>
        </p:nvSpPr>
        <p:spPr>
          <a:xfrm>
            <a:off x="3166948" y="3786666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92;p2">
            <a:extLst>
              <a:ext uri="{FF2B5EF4-FFF2-40B4-BE49-F238E27FC236}">
                <a16:creationId xmlns:a16="http://schemas.microsoft.com/office/drawing/2014/main" id="{224E6A1A-580E-DB67-02CD-061B63D35182}"/>
              </a:ext>
            </a:extLst>
          </p:cNvPr>
          <p:cNvSpPr/>
          <p:nvPr/>
        </p:nvSpPr>
        <p:spPr>
          <a:xfrm>
            <a:off x="442331" y="6131244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First_Page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86;p2">
            <a:extLst>
              <a:ext uri="{FF2B5EF4-FFF2-40B4-BE49-F238E27FC236}">
                <a16:creationId xmlns:a16="http://schemas.microsoft.com/office/drawing/2014/main" id="{87F303FA-89AD-9A96-8FDC-9A574D0C229E}"/>
              </a:ext>
            </a:extLst>
          </p:cNvPr>
          <p:cNvCxnSpPr>
            <a:cxnSpLocks/>
            <a:stCxn id="32" idx="1"/>
            <a:endCxn id="170" idx="4"/>
          </p:cNvCxnSpPr>
          <p:nvPr/>
        </p:nvCxnSpPr>
        <p:spPr>
          <a:xfrm flipH="1" flipV="1">
            <a:off x="1134208" y="5566507"/>
            <a:ext cx="49815" cy="30674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205" name="Google Shape;86;p2">
            <a:extLst>
              <a:ext uri="{FF2B5EF4-FFF2-40B4-BE49-F238E27FC236}">
                <a16:creationId xmlns:a16="http://schemas.microsoft.com/office/drawing/2014/main" id="{46A916FC-89EE-01FE-9826-ABE49CF856F2}"/>
              </a:ext>
            </a:extLst>
          </p:cNvPr>
          <p:cNvCxnSpPr>
            <a:cxnSpLocks/>
            <a:stCxn id="201" idx="0"/>
            <a:endCxn id="32" idx="1"/>
          </p:cNvCxnSpPr>
          <p:nvPr/>
        </p:nvCxnSpPr>
        <p:spPr>
          <a:xfrm flipV="1">
            <a:off x="1088981" y="5873250"/>
            <a:ext cx="95042" cy="25799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21" name="Google Shape;96;p2">
            <a:extLst>
              <a:ext uri="{FF2B5EF4-FFF2-40B4-BE49-F238E27FC236}">
                <a16:creationId xmlns:a16="http://schemas.microsoft.com/office/drawing/2014/main" id="{0561B34A-14F0-1A98-B99C-1B3CCE8262C2}"/>
              </a:ext>
            </a:extLst>
          </p:cNvPr>
          <p:cNvSpPr/>
          <p:nvPr/>
        </p:nvSpPr>
        <p:spPr>
          <a:xfrm>
            <a:off x="10719954" y="-196064"/>
            <a:ext cx="1191600" cy="608100"/>
          </a:xfrm>
          <a:prstGeom prst="wedgeRoundRectCallout">
            <a:avLst>
              <a:gd name="adj1" fmla="val -99490"/>
              <a:gd name="adj2" fmla="val 59033"/>
              <a:gd name="adj3" fmla="val 16667"/>
            </a:avLst>
          </a:prstGeom>
          <a:solidFill>
            <a:srgbClr val="FFF1B2">
              <a:alpha val="43530"/>
            </a:srgbClr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Partial Key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24;ged78e8fd57_0_0">
            <a:extLst>
              <a:ext uri="{FF2B5EF4-FFF2-40B4-BE49-F238E27FC236}">
                <a16:creationId xmlns:a16="http://schemas.microsoft.com/office/drawing/2014/main" id="{2467AAD8-A87C-B927-F620-7ED8991D44B5}"/>
              </a:ext>
            </a:extLst>
          </p:cNvPr>
          <p:cNvSpPr txBox="1"/>
          <p:nvPr/>
        </p:nvSpPr>
        <p:spPr>
          <a:xfrm>
            <a:off x="8283799" y="2691413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24;ged78e8fd57_0_0">
            <a:extLst>
              <a:ext uri="{FF2B5EF4-FFF2-40B4-BE49-F238E27FC236}">
                <a16:creationId xmlns:a16="http://schemas.microsoft.com/office/drawing/2014/main" id="{7C630421-C0F9-A67C-9CA0-1ECAFA714FB7}"/>
              </a:ext>
            </a:extLst>
          </p:cNvPr>
          <p:cNvSpPr txBox="1"/>
          <p:nvPr/>
        </p:nvSpPr>
        <p:spPr>
          <a:xfrm>
            <a:off x="2442263" y="3489661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24;ged78e8fd57_0_0">
            <a:extLst>
              <a:ext uri="{FF2B5EF4-FFF2-40B4-BE49-F238E27FC236}">
                <a16:creationId xmlns:a16="http://schemas.microsoft.com/office/drawing/2014/main" id="{4DBA97C1-026F-C629-8AF7-6188B79C0E88}"/>
              </a:ext>
            </a:extLst>
          </p:cNvPr>
          <p:cNvSpPr txBox="1"/>
          <p:nvPr/>
        </p:nvSpPr>
        <p:spPr>
          <a:xfrm>
            <a:off x="3320592" y="5893110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124;ged78e8fd57_0_0">
            <a:extLst>
              <a:ext uri="{FF2B5EF4-FFF2-40B4-BE49-F238E27FC236}">
                <a16:creationId xmlns:a16="http://schemas.microsoft.com/office/drawing/2014/main" id="{CC3746F2-38E6-248E-7FD0-ACDBB8A89269}"/>
              </a:ext>
            </a:extLst>
          </p:cNvPr>
          <p:cNvSpPr txBox="1"/>
          <p:nvPr/>
        </p:nvSpPr>
        <p:spPr>
          <a:xfrm>
            <a:off x="1039536" y="2435729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124;ged78e8fd57_0_0">
            <a:extLst>
              <a:ext uri="{FF2B5EF4-FFF2-40B4-BE49-F238E27FC236}">
                <a16:creationId xmlns:a16="http://schemas.microsoft.com/office/drawing/2014/main" id="{4CD53216-6079-0D93-5F9E-E448CAE4F3F7}"/>
              </a:ext>
            </a:extLst>
          </p:cNvPr>
          <p:cNvSpPr txBox="1"/>
          <p:nvPr/>
        </p:nvSpPr>
        <p:spPr>
          <a:xfrm>
            <a:off x="6381850" y="519283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129;ged78e8fd57_0_0">
            <a:extLst>
              <a:ext uri="{FF2B5EF4-FFF2-40B4-BE49-F238E27FC236}">
                <a16:creationId xmlns:a16="http://schemas.microsoft.com/office/drawing/2014/main" id="{94CAAEC6-57E6-A9C1-DF8D-B73DBFF41A27}"/>
              </a:ext>
            </a:extLst>
          </p:cNvPr>
          <p:cNvSpPr txBox="1"/>
          <p:nvPr/>
        </p:nvSpPr>
        <p:spPr>
          <a:xfrm>
            <a:off x="3295804" y="1323362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29;ged78e8fd57_0_0">
            <a:extLst>
              <a:ext uri="{FF2B5EF4-FFF2-40B4-BE49-F238E27FC236}">
                <a16:creationId xmlns:a16="http://schemas.microsoft.com/office/drawing/2014/main" id="{8E2CBC81-18F6-CF15-CABD-9D99DE5D017B}"/>
              </a:ext>
            </a:extLst>
          </p:cNvPr>
          <p:cNvSpPr txBox="1"/>
          <p:nvPr/>
        </p:nvSpPr>
        <p:spPr>
          <a:xfrm>
            <a:off x="7592533" y="4794085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115;ged78e8fd57_0_0">
            <a:extLst>
              <a:ext uri="{FF2B5EF4-FFF2-40B4-BE49-F238E27FC236}">
                <a16:creationId xmlns:a16="http://schemas.microsoft.com/office/drawing/2014/main" id="{84139454-5BF3-6E02-3C11-CAF3B80FA5ED}"/>
              </a:ext>
            </a:extLst>
          </p:cNvPr>
          <p:cNvCxnSpPr>
            <a:cxnSpLocks/>
            <a:stCxn id="19" idx="1"/>
            <a:endCxn id="14" idx="0"/>
          </p:cNvCxnSpPr>
          <p:nvPr/>
        </p:nvCxnSpPr>
        <p:spPr>
          <a:xfrm flipH="1">
            <a:off x="2779123" y="1782915"/>
            <a:ext cx="2068950" cy="1254426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40" name="Google Shape;115;ged78e8fd57_0_0">
            <a:extLst>
              <a:ext uri="{FF2B5EF4-FFF2-40B4-BE49-F238E27FC236}">
                <a16:creationId xmlns:a16="http://schemas.microsoft.com/office/drawing/2014/main" id="{CD564532-F933-0D7B-8C9B-FE27021A8E50}"/>
              </a:ext>
            </a:extLst>
          </p:cNvPr>
          <p:cNvCxnSpPr>
            <a:cxnSpLocks/>
            <a:stCxn id="103" idx="1"/>
            <a:endCxn id="15" idx="2"/>
          </p:cNvCxnSpPr>
          <p:nvPr/>
        </p:nvCxnSpPr>
        <p:spPr>
          <a:xfrm flipV="1">
            <a:off x="664170" y="2459790"/>
            <a:ext cx="698688" cy="1780110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57" name="Google Shape;86;p2">
            <a:extLst>
              <a:ext uri="{FF2B5EF4-FFF2-40B4-BE49-F238E27FC236}">
                <a16:creationId xmlns:a16="http://schemas.microsoft.com/office/drawing/2014/main" id="{CFBC7759-0AA1-824F-E983-AEAA1FC85724}"/>
              </a:ext>
            </a:extLst>
          </p:cNvPr>
          <p:cNvCxnSpPr>
            <a:cxnSpLocks/>
            <a:stCxn id="100" idx="1"/>
            <a:endCxn id="16" idx="0"/>
          </p:cNvCxnSpPr>
          <p:nvPr/>
        </p:nvCxnSpPr>
        <p:spPr>
          <a:xfrm flipH="1">
            <a:off x="3479173" y="1045741"/>
            <a:ext cx="1027735" cy="46197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61" name="Google Shape;86;p2">
            <a:extLst>
              <a:ext uri="{FF2B5EF4-FFF2-40B4-BE49-F238E27FC236}">
                <a16:creationId xmlns:a16="http://schemas.microsoft.com/office/drawing/2014/main" id="{5A2A10A3-00BB-66B7-28C7-5163FB60560F}"/>
              </a:ext>
            </a:extLst>
          </p:cNvPr>
          <p:cNvCxnSpPr>
            <a:cxnSpLocks/>
            <a:stCxn id="19" idx="3"/>
            <a:endCxn id="82" idx="1"/>
          </p:cNvCxnSpPr>
          <p:nvPr/>
        </p:nvCxnSpPr>
        <p:spPr>
          <a:xfrm>
            <a:off x="6638173" y="1782915"/>
            <a:ext cx="1932946" cy="9299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65" name="Google Shape;86;p2">
            <a:extLst>
              <a:ext uri="{FF2B5EF4-FFF2-40B4-BE49-F238E27FC236}">
                <a16:creationId xmlns:a16="http://schemas.microsoft.com/office/drawing/2014/main" id="{FBF2F826-1764-E501-6287-B3DAF800E466}"/>
              </a:ext>
            </a:extLst>
          </p:cNvPr>
          <p:cNvCxnSpPr>
            <a:cxnSpLocks/>
            <a:stCxn id="14" idx="2"/>
            <a:endCxn id="32" idx="0"/>
          </p:cNvCxnSpPr>
          <p:nvPr/>
        </p:nvCxnSpPr>
        <p:spPr>
          <a:xfrm flipH="1">
            <a:off x="2079073" y="3505341"/>
            <a:ext cx="700050" cy="208620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68" name="Google Shape;115;ged78e8fd57_0_0">
            <a:extLst>
              <a:ext uri="{FF2B5EF4-FFF2-40B4-BE49-F238E27FC236}">
                <a16:creationId xmlns:a16="http://schemas.microsoft.com/office/drawing/2014/main" id="{D4653B7E-D14F-C336-4385-3FC480A35793}"/>
              </a:ext>
            </a:extLst>
          </p:cNvPr>
          <p:cNvCxnSpPr>
            <a:cxnSpLocks/>
            <a:stCxn id="4" idx="1"/>
            <a:endCxn id="32" idx="3"/>
          </p:cNvCxnSpPr>
          <p:nvPr/>
        </p:nvCxnSpPr>
        <p:spPr>
          <a:xfrm flipH="1" flipV="1">
            <a:off x="2974123" y="5873250"/>
            <a:ext cx="588361" cy="321744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73" name="Google Shape;86;p2">
            <a:extLst>
              <a:ext uri="{FF2B5EF4-FFF2-40B4-BE49-F238E27FC236}">
                <a16:creationId xmlns:a16="http://schemas.microsoft.com/office/drawing/2014/main" id="{5D5767AA-68DD-5BB6-9234-2229D5291191}"/>
              </a:ext>
            </a:extLst>
          </p:cNvPr>
          <p:cNvCxnSpPr>
            <a:cxnSpLocks/>
            <a:stCxn id="103" idx="3"/>
            <a:endCxn id="5" idx="1"/>
          </p:cNvCxnSpPr>
          <p:nvPr/>
        </p:nvCxnSpPr>
        <p:spPr>
          <a:xfrm>
            <a:off x="2454270" y="4239900"/>
            <a:ext cx="5376364" cy="82800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20" name="Google Shape;115;ged78e8fd57_0_0">
            <a:extLst>
              <a:ext uri="{FF2B5EF4-FFF2-40B4-BE49-F238E27FC236}">
                <a16:creationId xmlns:a16="http://schemas.microsoft.com/office/drawing/2014/main" id="{34A840FE-D39A-4261-0B75-6CFE405C5A63}"/>
              </a:ext>
            </a:extLst>
          </p:cNvPr>
          <p:cNvCxnSpPr>
            <a:cxnSpLocks/>
            <a:stCxn id="14" idx="1"/>
            <a:endCxn id="13" idx="5"/>
          </p:cNvCxnSpPr>
          <p:nvPr/>
        </p:nvCxnSpPr>
        <p:spPr>
          <a:xfrm flipH="1" flipV="1">
            <a:off x="1875274" y="3211653"/>
            <a:ext cx="203799" cy="59688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28" name="Google Shape;115;ged78e8fd57_0_0">
            <a:extLst>
              <a:ext uri="{FF2B5EF4-FFF2-40B4-BE49-F238E27FC236}">
                <a16:creationId xmlns:a16="http://schemas.microsoft.com/office/drawing/2014/main" id="{E11C5DE9-BC0F-21DF-2119-1E5C5FDEB480}"/>
              </a:ext>
            </a:extLst>
          </p:cNvPr>
          <p:cNvCxnSpPr>
            <a:cxnSpLocks/>
            <a:stCxn id="84" idx="1"/>
            <a:endCxn id="100" idx="3"/>
          </p:cNvCxnSpPr>
          <p:nvPr/>
        </p:nvCxnSpPr>
        <p:spPr>
          <a:xfrm flipH="1">
            <a:off x="6276738" y="783961"/>
            <a:ext cx="401731" cy="261780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35" name="Google Shape;124;ged78e8fd57_0_0">
            <a:extLst>
              <a:ext uri="{FF2B5EF4-FFF2-40B4-BE49-F238E27FC236}">
                <a16:creationId xmlns:a16="http://schemas.microsoft.com/office/drawing/2014/main" id="{AF0ECAAE-956B-51F8-768B-3575BE5B789A}"/>
              </a:ext>
            </a:extLst>
          </p:cNvPr>
          <p:cNvSpPr txBox="1"/>
          <p:nvPr/>
        </p:nvSpPr>
        <p:spPr>
          <a:xfrm>
            <a:off x="3081910" y="2808250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74B5338D-39E0-F11D-B601-5A043C0E95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514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A241605E-6DAF-ED5C-5EBC-CB79DB0EB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>
            <a:extLst>
              <a:ext uri="{FF2B5EF4-FFF2-40B4-BE49-F238E27FC236}">
                <a16:creationId xmlns:a16="http://schemas.microsoft.com/office/drawing/2014/main" id="{C99176C4-FD4F-F50A-AF99-8270A50666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6050" y="123825"/>
            <a:ext cx="107790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sz="2160" dirty="0"/>
              <a:t>Task 9 – Specify </a:t>
            </a:r>
            <a:r>
              <a:rPr lang="en-US" sz="2160" dirty="0" err="1"/>
              <a:t>Disjointness</a:t>
            </a:r>
            <a:r>
              <a:rPr lang="en-US" sz="2160" dirty="0"/>
              <a:t> Constraint</a:t>
            </a:r>
            <a:endParaRPr dirty="0"/>
          </a:p>
        </p:txBody>
      </p:sp>
      <p:sp>
        <p:nvSpPr>
          <p:cNvPr id="82" name="Google Shape;82;p2">
            <a:extLst>
              <a:ext uri="{FF2B5EF4-FFF2-40B4-BE49-F238E27FC236}">
                <a16:creationId xmlns:a16="http://schemas.microsoft.com/office/drawing/2014/main" id="{CD28889C-561A-234C-A85F-004FF4C772F7}"/>
              </a:ext>
            </a:extLst>
          </p:cNvPr>
          <p:cNvSpPr/>
          <p:nvPr/>
        </p:nvSpPr>
        <p:spPr>
          <a:xfrm>
            <a:off x="8571119" y="2478863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" name="Google Shape;83;p2">
            <a:extLst>
              <a:ext uri="{FF2B5EF4-FFF2-40B4-BE49-F238E27FC236}">
                <a16:creationId xmlns:a16="http://schemas.microsoft.com/office/drawing/2014/main" id="{0A8FD9F7-D648-6730-3768-8EE256C7A7B6}"/>
              </a:ext>
            </a:extLst>
          </p:cNvPr>
          <p:cNvGrpSpPr/>
          <p:nvPr/>
        </p:nvGrpSpPr>
        <p:grpSpPr>
          <a:xfrm>
            <a:off x="6678469" y="490861"/>
            <a:ext cx="1497900" cy="586200"/>
            <a:chOff x="-2693116" y="2284388"/>
            <a:chExt cx="1497900" cy="586200"/>
          </a:xfrm>
        </p:grpSpPr>
        <p:sp>
          <p:nvSpPr>
            <p:cNvPr id="84" name="Google Shape;84;p2">
              <a:extLst>
                <a:ext uri="{FF2B5EF4-FFF2-40B4-BE49-F238E27FC236}">
                  <a16:creationId xmlns:a16="http://schemas.microsoft.com/office/drawing/2014/main" id="{B7E05130-EEF8-5793-AA87-305370886D22}"/>
                </a:ext>
              </a:extLst>
            </p:cNvPr>
            <p:cNvSpPr/>
            <p:nvPr/>
          </p:nvSpPr>
          <p:spPr>
            <a:xfrm>
              <a:off x="-2693116" y="2284388"/>
              <a:ext cx="1497900" cy="5862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">
              <a:extLst>
                <a:ext uri="{FF2B5EF4-FFF2-40B4-BE49-F238E27FC236}">
                  <a16:creationId xmlns:a16="http://schemas.microsoft.com/office/drawing/2014/main" id="{FE74B60B-1CBF-BC05-EEFB-A21AC4A07A49}"/>
                </a:ext>
              </a:extLst>
            </p:cNvPr>
            <p:cNvSpPr/>
            <p:nvPr/>
          </p:nvSpPr>
          <p:spPr>
            <a:xfrm>
              <a:off x="-2634718" y="2337521"/>
              <a:ext cx="1400100" cy="468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dirty="0" err="1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Used_Copy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FE24BA78-0EB6-B634-6034-60784E793F01}"/>
              </a:ext>
            </a:extLst>
          </p:cNvPr>
          <p:cNvSpPr/>
          <p:nvPr/>
        </p:nvSpPr>
        <p:spPr>
          <a:xfrm>
            <a:off x="4438883" y="3963522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ISBN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>
            <a:extLst>
              <a:ext uri="{FF2B5EF4-FFF2-40B4-BE49-F238E27FC236}">
                <a16:creationId xmlns:a16="http://schemas.microsoft.com/office/drawing/2014/main" id="{400C1A2F-9C30-7B2C-016F-24744EAA4072}"/>
              </a:ext>
            </a:extLst>
          </p:cNvPr>
          <p:cNvSpPr/>
          <p:nvPr/>
        </p:nvSpPr>
        <p:spPr>
          <a:xfrm>
            <a:off x="10298681" y="2652236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1400" b="0" i="0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F3A41C03-20CD-E517-2B37-76F2931A2929}"/>
              </a:ext>
            </a:extLst>
          </p:cNvPr>
          <p:cNvGrpSpPr/>
          <p:nvPr/>
        </p:nvGrpSpPr>
        <p:grpSpPr>
          <a:xfrm>
            <a:off x="5764364" y="2844503"/>
            <a:ext cx="1413035" cy="512235"/>
            <a:chOff x="556313" y="4827396"/>
            <a:chExt cx="1236900" cy="730200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B96B9BFE-AFD2-EA4A-1F26-42D86016DF75}"/>
                </a:ext>
              </a:extLst>
            </p:cNvPr>
            <p:cNvSpPr/>
            <p:nvPr/>
          </p:nvSpPr>
          <p:spPr>
            <a:xfrm>
              <a:off x="556313" y="4827396"/>
              <a:ext cx="1236900" cy="7302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4BBCABA7-E688-9069-9E31-DDEC8B0CB627}"/>
                </a:ext>
              </a:extLst>
            </p:cNvPr>
            <p:cNvSpPr/>
            <p:nvPr/>
          </p:nvSpPr>
          <p:spPr>
            <a:xfrm>
              <a:off x="630975" y="4909162"/>
              <a:ext cx="1087500" cy="5673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Tag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" name="Google Shape;99;p2">
            <a:extLst>
              <a:ext uri="{FF2B5EF4-FFF2-40B4-BE49-F238E27FC236}">
                <a16:creationId xmlns:a16="http://schemas.microsoft.com/office/drawing/2014/main" id="{F9E5E039-C900-DDFE-D284-5A8D88897ACD}"/>
              </a:ext>
            </a:extLst>
          </p:cNvPr>
          <p:cNvGrpSpPr/>
          <p:nvPr/>
        </p:nvGrpSpPr>
        <p:grpSpPr>
          <a:xfrm>
            <a:off x="4506908" y="744909"/>
            <a:ext cx="1769830" cy="601664"/>
            <a:chOff x="259630" y="3076443"/>
            <a:chExt cx="2013000" cy="840900"/>
          </a:xfrm>
        </p:grpSpPr>
        <p:sp>
          <p:nvSpPr>
            <p:cNvPr id="100" name="Google Shape;100;p2">
              <a:extLst>
                <a:ext uri="{FF2B5EF4-FFF2-40B4-BE49-F238E27FC236}">
                  <a16:creationId xmlns:a16="http://schemas.microsoft.com/office/drawing/2014/main" id="{0E643F72-1405-60E8-9568-92A5F8993BED}"/>
                </a:ext>
              </a:extLst>
            </p:cNvPr>
            <p:cNvSpPr/>
            <p:nvPr/>
          </p:nvSpPr>
          <p:spPr>
            <a:xfrm>
              <a:off x="259630" y="3076443"/>
              <a:ext cx="2013000" cy="8409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>
              <a:extLst>
                <a:ext uri="{FF2B5EF4-FFF2-40B4-BE49-F238E27FC236}">
                  <a16:creationId xmlns:a16="http://schemas.microsoft.com/office/drawing/2014/main" id="{AB1A65AD-0CD4-6606-A46D-84529D5A5C32}"/>
                </a:ext>
              </a:extLst>
            </p:cNvPr>
            <p:cNvSpPr/>
            <p:nvPr/>
          </p:nvSpPr>
          <p:spPr>
            <a:xfrm>
              <a:off x="370759" y="3128720"/>
              <a:ext cx="1790101" cy="735899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dirty="0"/>
                <a:t>Contains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77415C76-58F1-8A2E-2224-3B3A3DB91ED7}"/>
              </a:ext>
            </a:extLst>
          </p:cNvPr>
          <p:cNvSpPr/>
          <p:nvPr/>
        </p:nvSpPr>
        <p:spPr>
          <a:xfrm>
            <a:off x="664170" y="3958200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Shipped_By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82;p2">
            <a:extLst>
              <a:ext uri="{FF2B5EF4-FFF2-40B4-BE49-F238E27FC236}">
                <a16:creationId xmlns:a16="http://schemas.microsoft.com/office/drawing/2014/main" id="{2AE722FC-853C-0115-CD29-E2541D44EF1A}"/>
              </a:ext>
            </a:extLst>
          </p:cNvPr>
          <p:cNvSpPr/>
          <p:nvPr/>
        </p:nvSpPr>
        <p:spPr>
          <a:xfrm>
            <a:off x="3562484" y="5960994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82;p2">
            <a:extLst>
              <a:ext uri="{FF2B5EF4-FFF2-40B4-BE49-F238E27FC236}">
                <a16:creationId xmlns:a16="http://schemas.microsoft.com/office/drawing/2014/main" id="{DD82518E-193F-8C02-FF51-B64B5F768030}"/>
              </a:ext>
            </a:extLst>
          </p:cNvPr>
          <p:cNvSpPr/>
          <p:nvPr/>
        </p:nvSpPr>
        <p:spPr>
          <a:xfrm>
            <a:off x="7830634" y="4833907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Drop_Shipper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82;p2">
            <a:extLst>
              <a:ext uri="{FF2B5EF4-FFF2-40B4-BE49-F238E27FC236}">
                <a16:creationId xmlns:a16="http://schemas.microsoft.com/office/drawing/2014/main" id="{22D9CCC3-DE4A-230D-B907-4ADB8C35876B}"/>
              </a:ext>
            </a:extLst>
          </p:cNvPr>
          <p:cNvSpPr/>
          <p:nvPr/>
        </p:nvSpPr>
        <p:spPr>
          <a:xfrm>
            <a:off x="2079073" y="3037341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Book</a:t>
            </a:r>
            <a:endParaRPr sz="1400" b="0" i="0" u="none" strike="noStrike" cap="none" dirty="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82;p2">
            <a:extLst>
              <a:ext uri="{FF2B5EF4-FFF2-40B4-BE49-F238E27FC236}">
                <a16:creationId xmlns:a16="http://schemas.microsoft.com/office/drawing/2014/main" id="{4CDF8923-764B-AB9C-C636-A89B47C387C0}"/>
              </a:ext>
            </a:extLst>
          </p:cNvPr>
          <p:cNvSpPr/>
          <p:nvPr/>
        </p:nvSpPr>
        <p:spPr>
          <a:xfrm>
            <a:off x="662808" y="1991790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New_Book</a:t>
            </a: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82;p2">
            <a:extLst>
              <a:ext uri="{FF2B5EF4-FFF2-40B4-BE49-F238E27FC236}">
                <a16:creationId xmlns:a16="http://schemas.microsoft.com/office/drawing/2014/main" id="{37AA6C67-24AD-9868-9462-341280CF0521}"/>
              </a:ext>
            </a:extLst>
          </p:cNvPr>
          <p:cNvSpPr/>
          <p:nvPr/>
        </p:nvSpPr>
        <p:spPr>
          <a:xfrm>
            <a:off x="2779123" y="1507712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Used_Book</a:t>
            </a:r>
            <a:endParaRPr sz="1400" b="0" i="0" u="none" strike="noStrike" cap="none" dirty="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Google Shape;86;p2">
            <a:extLst>
              <a:ext uri="{FF2B5EF4-FFF2-40B4-BE49-F238E27FC236}">
                <a16:creationId xmlns:a16="http://schemas.microsoft.com/office/drawing/2014/main" id="{9C617365-8AED-F04A-ACD9-484791D7C5D6}"/>
              </a:ext>
            </a:extLst>
          </p:cNvPr>
          <p:cNvCxnSpPr>
            <a:cxnSpLocks/>
            <a:stCxn id="12" idx="1"/>
            <a:endCxn id="15" idx="2"/>
          </p:cNvCxnSpPr>
          <p:nvPr/>
        </p:nvCxnSpPr>
        <p:spPr>
          <a:xfrm flipH="1" flipV="1">
            <a:off x="1362858" y="2459790"/>
            <a:ext cx="304552" cy="35262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8" name="Google Shape;86;p2">
            <a:extLst>
              <a:ext uri="{FF2B5EF4-FFF2-40B4-BE49-F238E27FC236}">
                <a16:creationId xmlns:a16="http://schemas.microsoft.com/office/drawing/2014/main" id="{8E50E596-9FA1-D80E-8C8C-F98DBBC4E8FD}"/>
              </a:ext>
            </a:extLst>
          </p:cNvPr>
          <p:cNvCxnSpPr>
            <a:cxnSpLocks/>
            <a:stCxn id="16" idx="2"/>
            <a:endCxn id="12" idx="7"/>
          </p:cNvCxnSpPr>
          <p:nvPr/>
        </p:nvCxnSpPr>
        <p:spPr>
          <a:xfrm flipH="1">
            <a:off x="1860874" y="1975712"/>
            <a:ext cx="1618299" cy="83670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9" name="Google Shape;103;p2">
            <a:extLst>
              <a:ext uri="{FF2B5EF4-FFF2-40B4-BE49-F238E27FC236}">
                <a16:creationId xmlns:a16="http://schemas.microsoft.com/office/drawing/2014/main" id="{282F376A-2FB6-52F6-FDCA-52E88903AEB2}"/>
              </a:ext>
            </a:extLst>
          </p:cNvPr>
          <p:cNvSpPr/>
          <p:nvPr/>
        </p:nvSpPr>
        <p:spPr>
          <a:xfrm>
            <a:off x="4848073" y="1501215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Written_By</a:t>
            </a: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103;p2">
            <a:extLst>
              <a:ext uri="{FF2B5EF4-FFF2-40B4-BE49-F238E27FC236}">
                <a16:creationId xmlns:a16="http://schemas.microsoft.com/office/drawing/2014/main" id="{66222579-53FB-F73E-D0E1-0EBBC6D40627}"/>
              </a:ext>
            </a:extLst>
          </p:cNvPr>
          <p:cNvSpPr/>
          <p:nvPr/>
        </p:nvSpPr>
        <p:spPr>
          <a:xfrm>
            <a:off x="1184023" y="5591550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Appears_In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92;p2">
            <a:extLst>
              <a:ext uri="{FF2B5EF4-FFF2-40B4-BE49-F238E27FC236}">
                <a16:creationId xmlns:a16="http://schemas.microsoft.com/office/drawing/2014/main" id="{106BE383-DC45-E265-E914-D696E28433CB}"/>
              </a:ext>
            </a:extLst>
          </p:cNvPr>
          <p:cNvSpPr/>
          <p:nvPr/>
        </p:nvSpPr>
        <p:spPr>
          <a:xfrm>
            <a:off x="9300098" y="765648"/>
            <a:ext cx="1497900" cy="455708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Date_Aquired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2;p2">
            <a:extLst>
              <a:ext uri="{FF2B5EF4-FFF2-40B4-BE49-F238E27FC236}">
                <a16:creationId xmlns:a16="http://schemas.microsoft.com/office/drawing/2014/main" id="{77D3BD4F-E23E-DB44-1E59-45CEF603469E}"/>
              </a:ext>
            </a:extLst>
          </p:cNvPr>
          <p:cNvSpPr/>
          <p:nvPr/>
        </p:nvSpPr>
        <p:spPr>
          <a:xfrm>
            <a:off x="9271169" y="3429000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First_Name</a:t>
            </a:r>
            <a:endParaRPr lang="en-US" sz="1200" b="0" i="0" u="sng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2;p2">
            <a:extLst>
              <a:ext uri="{FF2B5EF4-FFF2-40B4-BE49-F238E27FC236}">
                <a16:creationId xmlns:a16="http://schemas.microsoft.com/office/drawing/2014/main" id="{5292D247-598B-B0E4-F7E1-656B66FC782C}"/>
              </a:ext>
            </a:extLst>
          </p:cNvPr>
          <p:cNvSpPr/>
          <p:nvPr/>
        </p:nvSpPr>
        <p:spPr>
          <a:xfrm>
            <a:off x="10564469" y="3726153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Last_Name</a:t>
            </a:r>
            <a:endParaRPr lang="en-US" sz="1200" b="0" i="0" u="sng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Google Shape;97;p2">
            <a:extLst>
              <a:ext uri="{FF2B5EF4-FFF2-40B4-BE49-F238E27FC236}">
                <a16:creationId xmlns:a16="http://schemas.microsoft.com/office/drawing/2014/main" id="{A580E6D3-BD51-9D7C-8176-2008F15B6969}"/>
              </a:ext>
            </a:extLst>
          </p:cNvPr>
          <p:cNvCxnSpPr>
            <a:cxnSpLocks/>
            <a:stCxn id="3" idx="0"/>
            <a:endCxn id="92" idx="3"/>
          </p:cNvCxnSpPr>
          <p:nvPr/>
        </p:nvCxnSpPr>
        <p:spPr>
          <a:xfrm flipV="1">
            <a:off x="9917819" y="3103936"/>
            <a:ext cx="570261" cy="32506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1" name="Google Shape;97;p2">
            <a:extLst>
              <a:ext uri="{FF2B5EF4-FFF2-40B4-BE49-F238E27FC236}">
                <a16:creationId xmlns:a16="http://schemas.microsoft.com/office/drawing/2014/main" id="{E914C6E0-75B8-73C4-CCD4-869EE1E9A15B}"/>
              </a:ext>
            </a:extLst>
          </p:cNvPr>
          <p:cNvCxnSpPr>
            <a:cxnSpLocks/>
            <a:stCxn id="6" idx="0"/>
            <a:endCxn id="92" idx="4"/>
          </p:cNvCxnSpPr>
          <p:nvPr/>
        </p:nvCxnSpPr>
        <p:spPr>
          <a:xfrm flipH="1" flipV="1">
            <a:off x="10945331" y="3181436"/>
            <a:ext cx="265788" cy="54471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24" name="Google Shape;97;p2">
            <a:extLst>
              <a:ext uri="{FF2B5EF4-FFF2-40B4-BE49-F238E27FC236}">
                <a16:creationId xmlns:a16="http://schemas.microsoft.com/office/drawing/2014/main" id="{C8654719-B1A9-E5D3-5A30-4B0F4DF3F0E4}"/>
              </a:ext>
            </a:extLst>
          </p:cNvPr>
          <p:cNvCxnSpPr>
            <a:cxnSpLocks/>
            <a:stCxn id="82" idx="3"/>
            <a:endCxn id="92" idx="1"/>
          </p:cNvCxnSpPr>
          <p:nvPr/>
        </p:nvCxnSpPr>
        <p:spPr>
          <a:xfrm>
            <a:off x="9971219" y="2712863"/>
            <a:ext cx="516861" cy="1687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43" name="Google Shape;92;p2">
            <a:extLst>
              <a:ext uri="{FF2B5EF4-FFF2-40B4-BE49-F238E27FC236}">
                <a16:creationId xmlns:a16="http://schemas.microsoft.com/office/drawing/2014/main" id="{674E87D6-0F51-EAE0-749A-19A2379AA4A0}"/>
              </a:ext>
            </a:extLst>
          </p:cNvPr>
          <p:cNvSpPr/>
          <p:nvPr/>
        </p:nvSpPr>
        <p:spPr>
          <a:xfrm>
            <a:off x="5082083" y="3399336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title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92;p2">
            <a:extLst>
              <a:ext uri="{FF2B5EF4-FFF2-40B4-BE49-F238E27FC236}">
                <a16:creationId xmlns:a16="http://schemas.microsoft.com/office/drawing/2014/main" id="{CCEAB8EC-8C5A-1400-F122-0A10D0CE3B17}"/>
              </a:ext>
            </a:extLst>
          </p:cNvPr>
          <p:cNvSpPr/>
          <p:nvPr/>
        </p:nvSpPr>
        <p:spPr>
          <a:xfrm>
            <a:off x="3771904" y="2451785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Publisher_Name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92;p2">
            <a:extLst>
              <a:ext uri="{FF2B5EF4-FFF2-40B4-BE49-F238E27FC236}">
                <a16:creationId xmlns:a16="http://schemas.microsoft.com/office/drawing/2014/main" id="{F24715EF-F20F-967D-CDE5-937446D742B9}"/>
              </a:ext>
            </a:extLst>
          </p:cNvPr>
          <p:cNvSpPr/>
          <p:nvPr/>
        </p:nvSpPr>
        <p:spPr>
          <a:xfrm>
            <a:off x="5102808" y="2306743"/>
            <a:ext cx="14001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Page_Count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97;p2">
            <a:extLst>
              <a:ext uri="{FF2B5EF4-FFF2-40B4-BE49-F238E27FC236}">
                <a16:creationId xmlns:a16="http://schemas.microsoft.com/office/drawing/2014/main" id="{7A0C839D-42AF-8AD7-AC64-FE67CF77C2E3}"/>
              </a:ext>
            </a:extLst>
          </p:cNvPr>
          <p:cNvCxnSpPr>
            <a:cxnSpLocks/>
            <a:stCxn id="45" idx="2"/>
            <a:endCxn id="14" idx="3"/>
          </p:cNvCxnSpPr>
          <p:nvPr/>
        </p:nvCxnSpPr>
        <p:spPr>
          <a:xfrm flipH="1">
            <a:off x="3479173" y="2716385"/>
            <a:ext cx="292731" cy="55495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62" name="Google Shape;97;p2">
            <a:extLst>
              <a:ext uri="{FF2B5EF4-FFF2-40B4-BE49-F238E27FC236}">
                <a16:creationId xmlns:a16="http://schemas.microsoft.com/office/drawing/2014/main" id="{5851F855-3922-A8A1-80E2-78AE9DE36858}"/>
              </a:ext>
            </a:extLst>
          </p:cNvPr>
          <p:cNvCxnSpPr>
            <a:cxnSpLocks/>
            <a:stCxn id="46" idx="4"/>
            <a:endCxn id="14" idx="3"/>
          </p:cNvCxnSpPr>
          <p:nvPr/>
        </p:nvCxnSpPr>
        <p:spPr>
          <a:xfrm flipH="1">
            <a:off x="3479173" y="2835943"/>
            <a:ext cx="2323685" cy="43539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69" name="Google Shape;97;p2">
            <a:extLst>
              <a:ext uri="{FF2B5EF4-FFF2-40B4-BE49-F238E27FC236}">
                <a16:creationId xmlns:a16="http://schemas.microsoft.com/office/drawing/2014/main" id="{A3E02191-B121-A95F-1FBA-6C56B0F3FC61}"/>
              </a:ext>
            </a:extLst>
          </p:cNvPr>
          <p:cNvCxnSpPr>
            <a:cxnSpLocks/>
            <a:stCxn id="94" idx="2"/>
            <a:endCxn id="14" idx="3"/>
          </p:cNvCxnSpPr>
          <p:nvPr/>
        </p:nvCxnSpPr>
        <p:spPr>
          <a:xfrm flipH="1">
            <a:off x="3479173" y="3100621"/>
            <a:ext cx="2285191" cy="1707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72" name="Google Shape;97;p2">
            <a:extLst>
              <a:ext uri="{FF2B5EF4-FFF2-40B4-BE49-F238E27FC236}">
                <a16:creationId xmlns:a16="http://schemas.microsoft.com/office/drawing/2014/main" id="{E581EE2C-1BD7-6ABC-D409-B7245F06A724}"/>
              </a:ext>
            </a:extLst>
          </p:cNvPr>
          <p:cNvCxnSpPr>
            <a:cxnSpLocks/>
            <a:stCxn id="43" idx="0"/>
            <a:endCxn id="14" idx="3"/>
          </p:cNvCxnSpPr>
          <p:nvPr/>
        </p:nvCxnSpPr>
        <p:spPr>
          <a:xfrm flipH="1" flipV="1">
            <a:off x="3479173" y="3271341"/>
            <a:ext cx="2249560" cy="12799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75" name="Google Shape;97;p2">
            <a:extLst>
              <a:ext uri="{FF2B5EF4-FFF2-40B4-BE49-F238E27FC236}">
                <a16:creationId xmlns:a16="http://schemas.microsoft.com/office/drawing/2014/main" id="{0C2B858C-30E9-F779-72E5-B391E4ABF751}"/>
              </a:ext>
            </a:extLst>
          </p:cNvPr>
          <p:cNvCxnSpPr>
            <a:cxnSpLocks/>
            <a:stCxn id="91" idx="0"/>
            <a:endCxn id="14" idx="3"/>
          </p:cNvCxnSpPr>
          <p:nvPr/>
        </p:nvCxnSpPr>
        <p:spPr>
          <a:xfrm flipH="1" flipV="1">
            <a:off x="3479173" y="3271341"/>
            <a:ext cx="1602910" cy="69218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78" name="Google Shape;97;p2">
            <a:extLst>
              <a:ext uri="{FF2B5EF4-FFF2-40B4-BE49-F238E27FC236}">
                <a16:creationId xmlns:a16="http://schemas.microsoft.com/office/drawing/2014/main" id="{90A809E3-881A-EEDB-F4C0-80582E6712B6}"/>
              </a:ext>
            </a:extLst>
          </p:cNvPr>
          <p:cNvCxnSpPr>
            <a:cxnSpLocks/>
            <a:stCxn id="198" idx="0"/>
            <a:endCxn id="14" idx="3"/>
          </p:cNvCxnSpPr>
          <p:nvPr/>
        </p:nvCxnSpPr>
        <p:spPr>
          <a:xfrm flipH="1" flipV="1">
            <a:off x="3479173" y="3271341"/>
            <a:ext cx="334425" cy="5153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04" name="Google Shape;92;p2">
            <a:extLst>
              <a:ext uri="{FF2B5EF4-FFF2-40B4-BE49-F238E27FC236}">
                <a16:creationId xmlns:a16="http://schemas.microsoft.com/office/drawing/2014/main" id="{0770F23B-0903-9C4D-5020-9480A04E46C0}"/>
              </a:ext>
            </a:extLst>
          </p:cNvPr>
          <p:cNvSpPr/>
          <p:nvPr/>
        </p:nvSpPr>
        <p:spPr>
          <a:xfrm>
            <a:off x="3322859" y="5113053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92;p2">
            <a:extLst>
              <a:ext uri="{FF2B5EF4-FFF2-40B4-BE49-F238E27FC236}">
                <a16:creationId xmlns:a16="http://schemas.microsoft.com/office/drawing/2014/main" id="{EED35129-3607-4338-5A7C-7F3934BE72BA}"/>
              </a:ext>
            </a:extLst>
          </p:cNvPr>
          <p:cNvSpPr/>
          <p:nvPr/>
        </p:nvSpPr>
        <p:spPr>
          <a:xfrm>
            <a:off x="8649884" y="1290500"/>
            <a:ext cx="1497900" cy="468001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Condition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92;p2">
            <a:extLst>
              <a:ext uri="{FF2B5EF4-FFF2-40B4-BE49-F238E27FC236}">
                <a16:creationId xmlns:a16="http://schemas.microsoft.com/office/drawing/2014/main" id="{99A6FA7F-A9EE-8B5E-25A8-153F845AB6EC}"/>
              </a:ext>
            </a:extLst>
          </p:cNvPr>
          <p:cNvSpPr/>
          <p:nvPr/>
        </p:nvSpPr>
        <p:spPr>
          <a:xfrm>
            <a:off x="7584875" y="1768827"/>
            <a:ext cx="1497900" cy="468001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Inventory_Status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" name="Google Shape;97;p2">
            <a:extLst>
              <a:ext uri="{FF2B5EF4-FFF2-40B4-BE49-F238E27FC236}">
                <a16:creationId xmlns:a16="http://schemas.microsoft.com/office/drawing/2014/main" id="{160BAC0F-1F1F-017D-B1B6-852C09D4C8B8}"/>
              </a:ext>
            </a:extLst>
          </p:cNvPr>
          <p:cNvCxnSpPr>
            <a:cxnSpLocks/>
            <a:stCxn id="2" idx="2"/>
            <a:endCxn id="84" idx="3"/>
          </p:cNvCxnSpPr>
          <p:nvPr/>
        </p:nvCxnSpPr>
        <p:spPr>
          <a:xfrm flipH="1" flipV="1">
            <a:off x="8176369" y="783961"/>
            <a:ext cx="1123729" cy="20954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10" name="Google Shape;97;p2">
            <a:extLst>
              <a:ext uri="{FF2B5EF4-FFF2-40B4-BE49-F238E27FC236}">
                <a16:creationId xmlns:a16="http://schemas.microsoft.com/office/drawing/2014/main" id="{7FB892B4-5582-3EA1-2D48-28286B4BEFF1}"/>
              </a:ext>
            </a:extLst>
          </p:cNvPr>
          <p:cNvCxnSpPr>
            <a:cxnSpLocks/>
            <a:stCxn id="105" idx="1"/>
            <a:endCxn id="84" idx="2"/>
          </p:cNvCxnSpPr>
          <p:nvPr/>
        </p:nvCxnSpPr>
        <p:spPr>
          <a:xfrm flipH="1" flipV="1">
            <a:off x="7427419" y="1077061"/>
            <a:ext cx="1441827" cy="28197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13" name="Google Shape;97;p2">
            <a:extLst>
              <a:ext uri="{FF2B5EF4-FFF2-40B4-BE49-F238E27FC236}">
                <a16:creationId xmlns:a16="http://schemas.microsoft.com/office/drawing/2014/main" id="{E95E5C55-7A56-40FE-601C-7B7E3C197DCD}"/>
              </a:ext>
            </a:extLst>
          </p:cNvPr>
          <p:cNvCxnSpPr>
            <a:cxnSpLocks/>
            <a:stCxn id="106" idx="0"/>
            <a:endCxn id="84" idx="2"/>
          </p:cNvCxnSpPr>
          <p:nvPr/>
        </p:nvCxnSpPr>
        <p:spPr>
          <a:xfrm flipH="1" flipV="1">
            <a:off x="7427419" y="1077061"/>
            <a:ext cx="906406" cy="69176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17" name="Google Shape;91;p2">
            <a:extLst>
              <a:ext uri="{FF2B5EF4-FFF2-40B4-BE49-F238E27FC236}">
                <a16:creationId xmlns:a16="http://schemas.microsoft.com/office/drawing/2014/main" id="{F3D66ACB-78F7-08D2-5231-F12DC54AA491}"/>
              </a:ext>
            </a:extLst>
          </p:cNvPr>
          <p:cNvSpPr/>
          <p:nvPr/>
        </p:nvSpPr>
        <p:spPr>
          <a:xfrm>
            <a:off x="8861384" y="200714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Copy_Number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97;p2">
            <a:extLst>
              <a:ext uri="{FF2B5EF4-FFF2-40B4-BE49-F238E27FC236}">
                <a16:creationId xmlns:a16="http://schemas.microsoft.com/office/drawing/2014/main" id="{5F873375-3225-896A-C064-50487CE5DEC7}"/>
              </a:ext>
            </a:extLst>
          </p:cNvPr>
          <p:cNvCxnSpPr>
            <a:cxnSpLocks/>
            <a:stCxn id="117" idx="2"/>
            <a:endCxn id="85" idx="3"/>
          </p:cNvCxnSpPr>
          <p:nvPr/>
        </p:nvCxnSpPr>
        <p:spPr>
          <a:xfrm flipH="1">
            <a:off x="8136967" y="472964"/>
            <a:ext cx="724417" cy="30503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38" name="Google Shape;92;p2">
            <a:extLst>
              <a:ext uri="{FF2B5EF4-FFF2-40B4-BE49-F238E27FC236}">
                <a16:creationId xmlns:a16="http://schemas.microsoft.com/office/drawing/2014/main" id="{9B212181-D6AB-B53F-B64F-70844D8DE437}"/>
              </a:ext>
            </a:extLst>
          </p:cNvPr>
          <p:cNvSpPr/>
          <p:nvPr/>
        </p:nvSpPr>
        <p:spPr>
          <a:xfrm>
            <a:off x="9275348" y="4354855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97;p2">
            <a:extLst>
              <a:ext uri="{FF2B5EF4-FFF2-40B4-BE49-F238E27FC236}">
                <a16:creationId xmlns:a16="http://schemas.microsoft.com/office/drawing/2014/main" id="{C76629E5-D17F-2DEF-652C-B16E60E22C39}"/>
              </a:ext>
            </a:extLst>
          </p:cNvPr>
          <p:cNvCxnSpPr>
            <a:cxnSpLocks/>
            <a:stCxn id="138" idx="2"/>
            <a:endCxn id="5" idx="0"/>
          </p:cNvCxnSpPr>
          <p:nvPr/>
        </p:nvCxnSpPr>
        <p:spPr>
          <a:xfrm flipH="1">
            <a:off x="8530684" y="4619455"/>
            <a:ext cx="744664" cy="21445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50" name="Google Shape;92;p2">
            <a:extLst>
              <a:ext uri="{FF2B5EF4-FFF2-40B4-BE49-F238E27FC236}">
                <a16:creationId xmlns:a16="http://schemas.microsoft.com/office/drawing/2014/main" id="{C18B80FB-BF94-6673-8638-29BBBF5C09C2}"/>
              </a:ext>
            </a:extLst>
          </p:cNvPr>
          <p:cNvSpPr/>
          <p:nvPr/>
        </p:nvSpPr>
        <p:spPr>
          <a:xfrm>
            <a:off x="7490317" y="5464562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</a:t>
            </a:r>
          </a:p>
        </p:txBody>
      </p:sp>
      <p:sp>
        <p:nvSpPr>
          <p:cNvPr id="151" name="Google Shape;92;p2">
            <a:extLst>
              <a:ext uri="{FF2B5EF4-FFF2-40B4-BE49-F238E27FC236}">
                <a16:creationId xmlns:a16="http://schemas.microsoft.com/office/drawing/2014/main" id="{A937F2A5-EBC5-3036-9F5D-AA04CCD356A8}"/>
              </a:ext>
            </a:extLst>
          </p:cNvPr>
          <p:cNvSpPr/>
          <p:nvPr/>
        </p:nvSpPr>
        <p:spPr>
          <a:xfrm>
            <a:off x="6780769" y="6034122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Street</a:t>
            </a:r>
          </a:p>
        </p:txBody>
      </p:sp>
      <p:sp>
        <p:nvSpPr>
          <p:cNvPr id="152" name="Google Shape;92;p2">
            <a:extLst>
              <a:ext uri="{FF2B5EF4-FFF2-40B4-BE49-F238E27FC236}">
                <a16:creationId xmlns:a16="http://schemas.microsoft.com/office/drawing/2014/main" id="{26965FFA-B6AD-751E-392D-25E66986B2D1}"/>
              </a:ext>
            </a:extLst>
          </p:cNvPr>
          <p:cNvSpPr/>
          <p:nvPr/>
        </p:nvSpPr>
        <p:spPr>
          <a:xfrm>
            <a:off x="8214734" y="6050741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City</a:t>
            </a:r>
          </a:p>
        </p:txBody>
      </p:sp>
      <p:sp>
        <p:nvSpPr>
          <p:cNvPr id="153" name="Google Shape;92;p2">
            <a:extLst>
              <a:ext uri="{FF2B5EF4-FFF2-40B4-BE49-F238E27FC236}">
                <a16:creationId xmlns:a16="http://schemas.microsoft.com/office/drawing/2014/main" id="{69C8F867-DD56-C8DD-36D8-097BBC518C19}"/>
              </a:ext>
            </a:extLst>
          </p:cNvPr>
          <p:cNvSpPr/>
          <p:nvPr/>
        </p:nvSpPr>
        <p:spPr>
          <a:xfrm>
            <a:off x="9636972" y="6194994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</a:t>
            </a:r>
          </a:p>
        </p:txBody>
      </p:sp>
      <p:sp>
        <p:nvSpPr>
          <p:cNvPr id="154" name="Google Shape;92;p2">
            <a:extLst>
              <a:ext uri="{FF2B5EF4-FFF2-40B4-BE49-F238E27FC236}">
                <a16:creationId xmlns:a16="http://schemas.microsoft.com/office/drawing/2014/main" id="{55EF6AC8-61B2-E68F-18F7-F4AC3870EAE9}"/>
              </a:ext>
            </a:extLst>
          </p:cNvPr>
          <p:cNvSpPr/>
          <p:nvPr/>
        </p:nvSpPr>
        <p:spPr>
          <a:xfrm>
            <a:off x="9094583" y="5444289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Zip</a:t>
            </a:r>
          </a:p>
        </p:txBody>
      </p:sp>
      <p:cxnSp>
        <p:nvCxnSpPr>
          <p:cNvPr id="155" name="Google Shape;97;p2">
            <a:extLst>
              <a:ext uri="{FF2B5EF4-FFF2-40B4-BE49-F238E27FC236}">
                <a16:creationId xmlns:a16="http://schemas.microsoft.com/office/drawing/2014/main" id="{571C95D4-0D2E-0E85-B37D-33A57654695C}"/>
              </a:ext>
            </a:extLst>
          </p:cNvPr>
          <p:cNvCxnSpPr>
            <a:cxnSpLocks/>
            <a:stCxn id="154" idx="2"/>
            <a:endCxn id="150" idx="6"/>
          </p:cNvCxnSpPr>
          <p:nvPr/>
        </p:nvCxnSpPr>
        <p:spPr>
          <a:xfrm flipH="1">
            <a:off x="8783617" y="5708889"/>
            <a:ext cx="310966" cy="2027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58" name="Google Shape;97;p2">
            <a:extLst>
              <a:ext uri="{FF2B5EF4-FFF2-40B4-BE49-F238E27FC236}">
                <a16:creationId xmlns:a16="http://schemas.microsoft.com/office/drawing/2014/main" id="{25B52F1A-32FA-9381-A4B8-FD570211504F}"/>
              </a:ext>
            </a:extLst>
          </p:cNvPr>
          <p:cNvCxnSpPr>
            <a:cxnSpLocks/>
            <a:stCxn id="151" idx="0"/>
            <a:endCxn id="150" idx="3"/>
          </p:cNvCxnSpPr>
          <p:nvPr/>
        </p:nvCxnSpPr>
        <p:spPr>
          <a:xfrm flipV="1">
            <a:off x="7427419" y="5916262"/>
            <a:ext cx="252297" cy="1178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61" name="Google Shape;97;p2">
            <a:extLst>
              <a:ext uri="{FF2B5EF4-FFF2-40B4-BE49-F238E27FC236}">
                <a16:creationId xmlns:a16="http://schemas.microsoft.com/office/drawing/2014/main" id="{37CD3F4D-7D15-BE1A-BB84-EC1B7497E0FB}"/>
              </a:ext>
            </a:extLst>
          </p:cNvPr>
          <p:cNvCxnSpPr>
            <a:cxnSpLocks/>
            <a:stCxn id="152" idx="1"/>
            <a:endCxn id="150" idx="4"/>
          </p:cNvCxnSpPr>
          <p:nvPr/>
        </p:nvCxnSpPr>
        <p:spPr>
          <a:xfrm flipH="1" flipV="1">
            <a:off x="8136967" y="5993762"/>
            <a:ext cx="267166" cy="13447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64" name="Google Shape;97;p2">
            <a:extLst>
              <a:ext uri="{FF2B5EF4-FFF2-40B4-BE49-F238E27FC236}">
                <a16:creationId xmlns:a16="http://schemas.microsoft.com/office/drawing/2014/main" id="{3A659E10-CC9D-4BC7-D40D-74A9E7570C8F}"/>
              </a:ext>
            </a:extLst>
          </p:cNvPr>
          <p:cNvCxnSpPr>
            <a:cxnSpLocks/>
            <a:stCxn id="153" idx="0"/>
            <a:endCxn id="150" idx="5"/>
          </p:cNvCxnSpPr>
          <p:nvPr/>
        </p:nvCxnSpPr>
        <p:spPr>
          <a:xfrm flipH="1" flipV="1">
            <a:off x="8594218" y="5916262"/>
            <a:ext cx="1689404" cy="2787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67" name="Google Shape;97;p2">
            <a:extLst>
              <a:ext uri="{FF2B5EF4-FFF2-40B4-BE49-F238E27FC236}">
                <a16:creationId xmlns:a16="http://schemas.microsoft.com/office/drawing/2014/main" id="{E6A83A80-92E0-1D59-FCA4-FA5AD9B320C2}"/>
              </a:ext>
            </a:extLst>
          </p:cNvPr>
          <p:cNvCxnSpPr>
            <a:cxnSpLocks/>
            <a:stCxn id="5" idx="2"/>
            <a:endCxn id="150" idx="0"/>
          </p:cNvCxnSpPr>
          <p:nvPr/>
        </p:nvCxnSpPr>
        <p:spPr>
          <a:xfrm flipH="1">
            <a:off x="8136967" y="5301907"/>
            <a:ext cx="393717" cy="16265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70" name="Google Shape;92;p2">
            <a:extLst>
              <a:ext uri="{FF2B5EF4-FFF2-40B4-BE49-F238E27FC236}">
                <a16:creationId xmlns:a16="http://schemas.microsoft.com/office/drawing/2014/main" id="{535EBD82-55A9-F142-B4F3-CA5F7C35E3BB}"/>
              </a:ext>
            </a:extLst>
          </p:cNvPr>
          <p:cNvSpPr/>
          <p:nvPr/>
        </p:nvSpPr>
        <p:spPr>
          <a:xfrm>
            <a:off x="487558" y="5037307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First_Chapter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92;p2">
            <a:extLst>
              <a:ext uri="{FF2B5EF4-FFF2-40B4-BE49-F238E27FC236}">
                <a16:creationId xmlns:a16="http://schemas.microsoft.com/office/drawing/2014/main" id="{4BFBB310-0078-37F8-4F6F-3B99B5FC2714}"/>
              </a:ext>
            </a:extLst>
          </p:cNvPr>
          <p:cNvSpPr/>
          <p:nvPr/>
        </p:nvSpPr>
        <p:spPr>
          <a:xfrm>
            <a:off x="4698177" y="4971348"/>
            <a:ext cx="1600368" cy="881749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First_Appearance_Publication_Date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92;p2">
            <a:extLst>
              <a:ext uri="{FF2B5EF4-FFF2-40B4-BE49-F238E27FC236}">
                <a16:creationId xmlns:a16="http://schemas.microsoft.com/office/drawing/2014/main" id="{A86855B9-F0AD-A74D-9229-49BB3DFC8582}"/>
              </a:ext>
            </a:extLst>
          </p:cNvPr>
          <p:cNvSpPr/>
          <p:nvPr/>
        </p:nvSpPr>
        <p:spPr>
          <a:xfrm>
            <a:off x="10174484" y="1841875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sng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Birthdate</a:t>
            </a:r>
            <a:endParaRPr sz="1400" b="0" i="0" u="sng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" name="Google Shape;97;p2">
            <a:extLst>
              <a:ext uri="{FF2B5EF4-FFF2-40B4-BE49-F238E27FC236}">
                <a16:creationId xmlns:a16="http://schemas.microsoft.com/office/drawing/2014/main" id="{E6692A31-EE29-1403-73E6-D459753F44F5}"/>
              </a:ext>
            </a:extLst>
          </p:cNvPr>
          <p:cNvCxnSpPr>
            <a:cxnSpLocks/>
            <a:stCxn id="173" idx="2"/>
            <a:endCxn id="82" idx="0"/>
          </p:cNvCxnSpPr>
          <p:nvPr/>
        </p:nvCxnSpPr>
        <p:spPr>
          <a:xfrm flipH="1">
            <a:off x="9271169" y="2106475"/>
            <a:ext cx="903315" cy="3723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77" name="Google Shape;97;p2">
            <a:extLst>
              <a:ext uri="{FF2B5EF4-FFF2-40B4-BE49-F238E27FC236}">
                <a16:creationId xmlns:a16="http://schemas.microsoft.com/office/drawing/2014/main" id="{C7CD3E68-8556-4E14-863B-F7FD33F8C427}"/>
              </a:ext>
            </a:extLst>
          </p:cNvPr>
          <p:cNvCxnSpPr>
            <a:cxnSpLocks/>
            <a:stCxn id="104" idx="4"/>
            <a:endCxn id="4" idx="0"/>
          </p:cNvCxnSpPr>
          <p:nvPr/>
        </p:nvCxnSpPr>
        <p:spPr>
          <a:xfrm>
            <a:off x="3969509" y="5642253"/>
            <a:ext cx="293025" cy="31874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80" name="Google Shape;97;p2">
            <a:extLst>
              <a:ext uri="{FF2B5EF4-FFF2-40B4-BE49-F238E27FC236}">
                <a16:creationId xmlns:a16="http://schemas.microsoft.com/office/drawing/2014/main" id="{FFDBFFBF-E9E6-E94E-C246-5A53DD8E6148}"/>
              </a:ext>
            </a:extLst>
          </p:cNvPr>
          <p:cNvCxnSpPr>
            <a:cxnSpLocks/>
            <a:stCxn id="172" idx="3"/>
            <a:endCxn id="4" idx="0"/>
          </p:cNvCxnSpPr>
          <p:nvPr/>
        </p:nvCxnSpPr>
        <p:spPr>
          <a:xfrm flipH="1">
            <a:off x="4262534" y="5723968"/>
            <a:ext cx="670011" cy="23702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98" name="Google Shape;92;p2">
            <a:extLst>
              <a:ext uri="{FF2B5EF4-FFF2-40B4-BE49-F238E27FC236}">
                <a16:creationId xmlns:a16="http://schemas.microsoft.com/office/drawing/2014/main" id="{3750A228-F9BA-4478-242F-B07A9FDF0C88}"/>
              </a:ext>
            </a:extLst>
          </p:cNvPr>
          <p:cNvSpPr/>
          <p:nvPr/>
        </p:nvSpPr>
        <p:spPr>
          <a:xfrm>
            <a:off x="3166948" y="3786666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92;p2">
            <a:extLst>
              <a:ext uri="{FF2B5EF4-FFF2-40B4-BE49-F238E27FC236}">
                <a16:creationId xmlns:a16="http://schemas.microsoft.com/office/drawing/2014/main" id="{21EC39C4-C4F3-CF18-142E-118D4DB5297B}"/>
              </a:ext>
            </a:extLst>
          </p:cNvPr>
          <p:cNvSpPr/>
          <p:nvPr/>
        </p:nvSpPr>
        <p:spPr>
          <a:xfrm>
            <a:off x="442331" y="6131244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First_Page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86;p2">
            <a:extLst>
              <a:ext uri="{FF2B5EF4-FFF2-40B4-BE49-F238E27FC236}">
                <a16:creationId xmlns:a16="http://schemas.microsoft.com/office/drawing/2014/main" id="{B1AF0154-25CA-BC84-11E6-63DCC85B7FC1}"/>
              </a:ext>
            </a:extLst>
          </p:cNvPr>
          <p:cNvCxnSpPr>
            <a:cxnSpLocks/>
            <a:stCxn id="32" idx="1"/>
            <a:endCxn id="170" idx="4"/>
          </p:cNvCxnSpPr>
          <p:nvPr/>
        </p:nvCxnSpPr>
        <p:spPr>
          <a:xfrm flipH="1" flipV="1">
            <a:off x="1134208" y="5566507"/>
            <a:ext cx="49815" cy="30674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205" name="Google Shape;86;p2">
            <a:extLst>
              <a:ext uri="{FF2B5EF4-FFF2-40B4-BE49-F238E27FC236}">
                <a16:creationId xmlns:a16="http://schemas.microsoft.com/office/drawing/2014/main" id="{6F0B1290-84AB-11CD-4DD7-CDB8B53B75FB}"/>
              </a:ext>
            </a:extLst>
          </p:cNvPr>
          <p:cNvCxnSpPr>
            <a:cxnSpLocks/>
            <a:stCxn id="201" idx="0"/>
            <a:endCxn id="32" idx="1"/>
          </p:cNvCxnSpPr>
          <p:nvPr/>
        </p:nvCxnSpPr>
        <p:spPr>
          <a:xfrm flipV="1">
            <a:off x="1088981" y="5873250"/>
            <a:ext cx="95042" cy="25799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21" name="Google Shape;96;p2">
            <a:extLst>
              <a:ext uri="{FF2B5EF4-FFF2-40B4-BE49-F238E27FC236}">
                <a16:creationId xmlns:a16="http://schemas.microsoft.com/office/drawing/2014/main" id="{F0885A4B-447B-5361-F7A4-5A27D8802EED}"/>
              </a:ext>
            </a:extLst>
          </p:cNvPr>
          <p:cNvSpPr/>
          <p:nvPr/>
        </p:nvSpPr>
        <p:spPr>
          <a:xfrm>
            <a:off x="10719954" y="-196064"/>
            <a:ext cx="1191600" cy="608100"/>
          </a:xfrm>
          <a:prstGeom prst="wedgeRoundRectCallout">
            <a:avLst>
              <a:gd name="adj1" fmla="val -99490"/>
              <a:gd name="adj2" fmla="val 59033"/>
              <a:gd name="adj3" fmla="val 16667"/>
            </a:avLst>
          </a:prstGeom>
          <a:solidFill>
            <a:srgbClr val="FFF1B2">
              <a:alpha val="43530"/>
            </a:srgbClr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Partial Key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124;ged78e8fd57_0_0">
            <a:extLst>
              <a:ext uri="{FF2B5EF4-FFF2-40B4-BE49-F238E27FC236}">
                <a16:creationId xmlns:a16="http://schemas.microsoft.com/office/drawing/2014/main" id="{AD210D9A-6700-8DA9-1B70-0554F9D544CB}"/>
              </a:ext>
            </a:extLst>
          </p:cNvPr>
          <p:cNvSpPr txBox="1"/>
          <p:nvPr/>
        </p:nvSpPr>
        <p:spPr>
          <a:xfrm>
            <a:off x="8283799" y="2691413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24;ged78e8fd57_0_0">
            <a:extLst>
              <a:ext uri="{FF2B5EF4-FFF2-40B4-BE49-F238E27FC236}">
                <a16:creationId xmlns:a16="http://schemas.microsoft.com/office/drawing/2014/main" id="{FBE5A1EE-C104-F404-37D1-3DF09D4231E4}"/>
              </a:ext>
            </a:extLst>
          </p:cNvPr>
          <p:cNvSpPr txBox="1"/>
          <p:nvPr/>
        </p:nvSpPr>
        <p:spPr>
          <a:xfrm>
            <a:off x="2442263" y="3489661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124;ged78e8fd57_0_0">
            <a:extLst>
              <a:ext uri="{FF2B5EF4-FFF2-40B4-BE49-F238E27FC236}">
                <a16:creationId xmlns:a16="http://schemas.microsoft.com/office/drawing/2014/main" id="{44CE466E-4A18-4CB4-1E7D-FCD998322817}"/>
              </a:ext>
            </a:extLst>
          </p:cNvPr>
          <p:cNvSpPr txBox="1"/>
          <p:nvPr/>
        </p:nvSpPr>
        <p:spPr>
          <a:xfrm>
            <a:off x="3320592" y="5893110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124;ged78e8fd57_0_0">
            <a:extLst>
              <a:ext uri="{FF2B5EF4-FFF2-40B4-BE49-F238E27FC236}">
                <a16:creationId xmlns:a16="http://schemas.microsoft.com/office/drawing/2014/main" id="{5AE3DC7D-7815-3349-8BCA-43ADD4AF81E0}"/>
              </a:ext>
            </a:extLst>
          </p:cNvPr>
          <p:cNvSpPr txBox="1"/>
          <p:nvPr/>
        </p:nvSpPr>
        <p:spPr>
          <a:xfrm>
            <a:off x="1039536" y="2435729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124;ged78e8fd57_0_0">
            <a:extLst>
              <a:ext uri="{FF2B5EF4-FFF2-40B4-BE49-F238E27FC236}">
                <a16:creationId xmlns:a16="http://schemas.microsoft.com/office/drawing/2014/main" id="{710F6749-B60E-812C-3F91-22462840821B}"/>
              </a:ext>
            </a:extLst>
          </p:cNvPr>
          <p:cNvSpPr txBox="1"/>
          <p:nvPr/>
        </p:nvSpPr>
        <p:spPr>
          <a:xfrm>
            <a:off x="6381850" y="519283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129;ged78e8fd57_0_0">
            <a:extLst>
              <a:ext uri="{FF2B5EF4-FFF2-40B4-BE49-F238E27FC236}">
                <a16:creationId xmlns:a16="http://schemas.microsoft.com/office/drawing/2014/main" id="{FC17B62F-9F88-6256-94B2-0D7CD6CC87D6}"/>
              </a:ext>
            </a:extLst>
          </p:cNvPr>
          <p:cNvSpPr txBox="1"/>
          <p:nvPr/>
        </p:nvSpPr>
        <p:spPr>
          <a:xfrm>
            <a:off x="3295804" y="1323362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29;ged78e8fd57_0_0">
            <a:extLst>
              <a:ext uri="{FF2B5EF4-FFF2-40B4-BE49-F238E27FC236}">
                <a16:creationId xmlns:a16="http://schemas.microsoft.com/office/drawing/2014/main" id="{7D766A4F-6060-0799-71D1-1566FD91CC7F}"/>
              </a:ext>
            </a:extLst>
          </p:cNvPr>
          <p:cNvSpPr txBox="1"/>
          <p:nvPr/>
        </p:nvSpPr>
        <p:spPr>
          <a:xfrm>
            <a:off x="7592533" y="4794085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" name="Google Shape;115;ged78e8fd57_0_0">
            <a:extLst>
              <a:ext uri="{FF2B5EF4-FFF2-40B4-BE49-F238E27FC236}">
                <a16:creationId xmlns:a16="http://schemas.microsoft.com/office/drawing/2014/main" id="{A54AC097-3E5E-21AE-6DB8-0F0C4B5C7973}"/>
              </a:ext>
            </a:extLst>
          </p:cNvPr>
          <p:cNvCxnSpPr>
            <a:cxnSpLocks/>
            <a:stCxn id="19" idx="1"/>
            <a:endCxn id="14" idx="0"/>
          </p:cNvCxnSpPr>
          <p:nvPr/>
        </p:nvCxnSpPr>
        <p:spPr>
          <a:xfrm flipH="1">
            <a:off x="2779123" y="1782915"/>
            <a:ext cx="2068950" cy="1254426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40" name="Google Shape;115;ged78e8fd57_0_0">
            <a:extLst>
              <a:ext uri="{FF2B5EF4-FFF2-40B4-BE49-F238E27FC236}">
                <a16:creationId xmlns:a16="http://schemas.microsoft.com/office/drawing/2014/main" id="{4CFAF59C-D012-9D79-2219-2FAF97467419}"/>
              </a:ext>
            </a:extLst>
          </p:cNvPr>
          <p:cNvCxnSpPr>
            <a:cxnSpLocks/>
            <a:stCxn id="103" idx="1"/>
            <a:endCxn id="15" idx="2"/>
          </p:cNvCxnSpPr>
          <p:nvPr/>
        </p:nvCxnSpPr>
        <p:spPr>
          <a:xfrm flipV="1">
            <a:off x="664170" y="2459790"/>
            <a:ext cx="698688" cy="1780110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57" name="Google Shape;86;p2">
            <a:extLst>
              <a:ext uri="{FF2B5EF4-FFF2-40B4-BE49-F238E27FC236}">
                <a16:creationId xmlns:a16="http://schemas.microsoft.com/office/drawing/2014/main" id="{2DECBA98-FE42-7B5C-F3DA-45202707AB5E}"/>
              </a:ext>
            </a:extLst>
          </p:cNvPr>
          <p:cNvCxnSpPr>
            <a:cxnSpLocks/>
            <a:stCxn id="100" idx="1"/>
            <a:endCxn id="16" idx="0"/>
          </p:cNvCxnSpPr>
          <p:nvPr/>
        </p:nvCxnSpPr>
        <p:spPr>
          <a:xfrm flipH="1">
            <a:off x="3479173" y="1045741"/>
            <a:ext cx="1027735" cy="46197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61" name="Google Shape;86;p2">
            <a:extLst>
              <a:ext uri="{FF2B5EF4-FFF2-40B4-BE49-F238E27FC236}">
                <a16:creationId xmlns:a16="http://schemas.microsoft.com/office/drawing/2014/main" id="{725DEBA2-4046-BBCE-B2F6-8E4B5A62EED0}"/>
              </a:ext>
            </a:extLst>
          </p:cNvPr>
          <p:cNvCxnSpPr>
            <a:cxnSpLocks/>
            <a:stCxn id="19" idx="3"/>
            <a:endCxn id="82" idx="1"/>
          </p:cNvCxnSpPr>
          <p:nvPr/>
        </p:nvCxnSpPr>
        <p:spPr>
          <a:xfrm>
            <a:off x="6638173" y="1782915"/>
            <a:ext cx="1932946" cy="9299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65" name="Google Shape;86;p2">
            <a:extLst>
              <a:ext uri="{FF2B5EF4-FFF2-40B4-BE49-F238E27FC236}">
                <a16:creationId xmlns:a16="http://schemas.microsoft.com/office/drawing/2014/main" id="{C3D9F71F-7C3C-1C93-B522-2365F392A42B}"/>
              </a:ext>
            </a:extLst>
          </p:cNvPr>
          <p:cNvCxnSpPr>
            <a:cxnSpLocks/>
            <a:stCxn id="14" idx="2"/>
            <a:endCxn id="32" idx="0"/>
          </p:cNvCxnSpPr>
          <p:nvPr/>
        </p:nvCxnSpPr>
        <p:spPr>
          <a:xfrm flipH="1">
            <a:off x="2079073" y="3505341"/>
            <a:ext cx="700050" cy="208620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68" name="Google Shape;115;ged78e8fd57_0_0">
            <a:extLst>
              <a:ext uri="{FF2B5EF4-FFF2-40B4-BE49-F238E27FC236}">
                <a16:creationId xmlns:a16="http://schemas.microsoft.com/office/drawing/2014/main" id="{74E4A327-C2AE-4396-37BA-FAE803AD0AE3}"/>
              </a:ext>
            </a:extLst>
          </p:cNvPr>
          <p:cNvCxnSpPr>
            <a:cxnSpLocks/>
            <a:stCxn id="4" idx="1"/>
            <a:endCxn id="32" idx="3"/>
          </p:cNvCxnSpPr>
          <p:nvPr/>
        </p:nvCxnSpPr>
        <p:spPr>
          <a:xfrm flipH="1" flipV="1">
            <a:off x="2974123" y="5873250"/>
            <a:ext cx="588361" cy="321744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73" name="Google Shape;86;p2">
            <a:extLst>
              <a:ext uri="{FF2B5EF4-FFF2-40B4-BE49-F238E27FC236}">
                <a16:creationId xmlns:a16="http://schemas.microsoft.com/office/drawing/2014/main" id="{B3830DE6-18C7-0CC6-F730-3BD214BA09A9}"/>
              </a:ext>
            </a:extLst>
          </p:cNvPr>
          <p:cNvCxnSpPr>
            <a:cxnSpLocks/>
            <a:stCxn id="103" idx="3"/>
            <a:endCxn id="5" idx="1"/>
          </p:cNvCxnSpPr>
          <p:nvPr/>
        </p:nvCxnSpPr>
        <p:spPr>
          <a:xfrm>
            <a:off x="2454270" y="4239900"/>
            <a:ext cx="5376364" cy="82800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20" name="Google Shape;115;ged78e8fd57_0_0">
            <a:extLst>
              <a:ext uri="{FF2B5EF4-FFF2-40B4-BE49-F238E27FC236}">
                <a16:creationId xmlns:a16="http://schemas.microsoft.com/office/drawing/2014/main" id="{0A79ACDA-975A-DB9F-4770-5354AABBCCD2}"/>
              </a:ext>
            </a:extLst>
          </p:cNvPr>
          <p:cNvCxnSpPr>
            <a:cxnSpLocks/>
            <a:stCxn id="14" idx="1"/>
            <a:endCxn id="12" idx="5"/>
          </p:cNvCxnSpPr>
          <p:nvPr/>
        </p:nvCxnSpPr>
        <p:spPr>
          <a:xfrm flipH="1" flipV="1">
            <a:off x="1860874" y="2992089"/>
            <a:ext cx="218199" cy="279252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2" name="Google Shape;113;ged78e8fd57_0_0">
            <a:extLst>
              <a:ext uri="{FF2B5EF4-FFF2-40B4-BE49-F238E27FC236}">
                <a16:creationId xmlns:a16="http://schemas.microsoft.com/office/drawing/2014/main" id="{E85A1AA2-850A-FB3F-834A-4BFD62B33D7B}"/>
              </a:ext>
            </a:extLst>
          </p:cNvPr>
          <p:cNvSpPr/>
          <p:nvPr/>
        </p:nvSpPr>
        <p:spPr>
          <a:xfrm>
            <a:off x="1627342" y="2775201"/>
            <a:ext cx="273600" cy="254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115;ged78e8fd57_0_0">
            <a:extLst>
              <a:ext uri="{FF2B5EF4-FFF2-40B4-BE49-F238E27FC236}">
                <a16:creationId xmlns:a16="http://schemas.microsoft.com/office/drawing/2014/main" id="{6C5B085B-88D1-D1D7-8D08-10A97FA015CE}"/>
              </a:ext>
            </a:extLst>
          </p:cNvPr>
          <p:cNvCxnSpPr>
            <a:cxnSpLocks/>
            <a:stCxn id="84" idx="1"/>
            <a:endCxn id="100" idx="3"/>
          </p:cNvCxnSpPr>
          <p:nvPr/>
        </p:nvCxnSpPr>
        <p:spPr>
          <a:xfrm flipH="1">
            <a:off x="6276738" y="783961"/>
            <a:ext cx="401731" cy="261780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39" name="Google Shape;124;ged78e8fd57_0_0">
            <a:extLst>
              <a:ext uri="{FF2B5EF4-FFF2-40B4-BE49-F238E27FC236}">
                <a16:creationId xmlns:a16="http://schemas.microsoft.com/office/drawing/2014/main" id="{E63F7828-FA99-0741-AD30-40987C7712CB}"/>
              </a:ext>
            </a:extLst>
          </p:cNvPr>
          <p:cNvSpPr txBox="1"/>
          <p:nvPr/>
        </p:nvSpPr>
        <p:spPr>
          <a:xfrm>
            <a:off x="3048794" y="2843244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8BC83E9A-F947-150F-8136-D61D5C696F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526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624</Words>
  <Application>Microsoft Macintosh PowerPoint</Application>
  <PresentationFormat>Widescreen</PresentationFormat>
  <Paragraphs>291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Assignment 1 – Conceptual Modeling</vt:lpstr>
      <vt:lpstr>Task 1 – Get user requirements</vt:lpstr>
      <vt:lpstr>Task 2 – Identify Entity types</vt:lpstr>
      <vt:lpstr>Task 3 – Identify Relationship types</vt:lpstr>
      <vt:lpstr>Task 4 – Identify Attributes for All Entity and Relationship types</vt:lpstr>
      <vt:lpstr>Task 5 – Identify Identifier Attributes for Entity, Supertypes, and Partial Keys</vt:lpstr>
      <vt:lpstr>Task 6 – Identify Cardinality Constraint</vt:lpstr>
      <vt:lpstr>Task 7 – Identify Participation Constraint</vt:lpstr>
      <vt:lpstr>Task 8 – Specify Completeness Constraint</vt:lpstr>
      <vt:lpstr>Task 9 – Specify Disjointness Constraint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Mike Boyle</dc:creator>
  <cp:lastModifiedBy>Jamison Orton</cp:lastModifiedBy>
  <cp:revision>4</cp:revision>
  <dcterms:created xsi:type="dcterms:W3CDTF">2020-09-07T10:33:29Z</dcterms:created>
  <dcterms:modified xsi:type="dcterms:W3CDTF">2026-01-26T05:30:05Z</dcterms:modified>
</cp:coreProperties>
</file>