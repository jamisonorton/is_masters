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kkc0shLdmRsJfJfPBmHEXVKDI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ed78e8fd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ed78e8fd5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114300" y="123825"/>
            <a:ext cx="119507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114300" y="606424"/>
            <a:ext cx="11950700" cy="578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114300" y="123825"/>
            <a:ext cx="119507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114300" y="619124"/>
            <a:ext cx="5740400" cy="560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324600" y="619124"/>
            <a:ext cx="5740400" cy="560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114300" y="123825"/>
            <a:ext cx="119507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1" type="ftr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idx="10" type="dt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8" name="Google Shape;48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9" name="Google Shape;49;p10"/>
          <p:cNvSpPr txBox="1"/>
          <p:nvPr>
            <p:ph idx="10" type="dt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1" type="ftr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6" name="Google Shape;56;p11"/>
          <p:cNvSpPr txBox="1"/>
          <p:nvPr>
            <p:ph idx="10" type="dt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1" type="ftr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type="title"/>
          </p:nvPr>
        </p:nvSpPr>
        <p:spPr>
          <a:xfrm>
            <a:off x="114300" y="123825"/>
            <a:ext cx="119507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 rot="5400000">
            <a:off x="3198812" y="-2478089"/>
            <a:ext cx="5781675" cy="11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0" type="dt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1" type="ftr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114300" y="123825"/>
            <a:ext cx="119507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114300" y="606424"/>
            <a:ext cx="11950700" cy="578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ERD Template</a:t>
            </a:r>
            <a:endParaRPr/>
          </a:p>
        </p:txBody>
      </p:sp>
      <p:sp>
        <p:nvSpPr>
          <p:cNvPr id="76" name="Google Shape;76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Chen Notation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Version 2.0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/>
          <p:nvPr>
            <p:ph type="title"/>
          </p:nvPr>
        </p:nvSpPr>
        <p:spPr>
          <a:xfrm>
            <a:off x="1286050" y="123825"/>
            <a:ext cx="10779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2160"/>
              <a:t>&lt;title&gt;</a:t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-650951" y="123844"/>
            <a:ext cx="1400100" cy="46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&lt;entity type name&gt;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2"/>
          <p:cNvGrpSpPr/>
          <p:nvPr/>
        </p:nvGrpSpPr>
        <p:grpSpPr>
          <a:xfrm>
            <a:off x="-714170" y="843793"/>
            <a:ext cx="1497900" cy="586200"/>
            <a:chOff x="-2693116" y="2284388"/>
            <a:chExt cx="1497900" cy="586200"/>
          </a:xfrm>
        </p:grpSpPr>
        <p:sp>
          <p:nvSpPr>
            <p:cNvPr id="84" name="Google Shape;84;p2"/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&lt;weak entity type name&gt;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6" name="Google Shape;86;p2"/>
          <p:cNvCxnSpPr/>
          <p:nvPr/>
        </p:nvCxnSpPr>
        <p:spPr>
          <a:xfrm rot="10800000">
            <a:off x="-531609" y="3435631"/>
            <a:ext cx="1132800" cy="38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sx="1000" rotWithShape="0" dist="20000" sy="1000">
              <a:srgbClr val="000000"/>
            </a:outerShdw>
          </a:effectLst>
        </p:spPr>
      </p:cxnSp>
      <p:sp>
        <p:nvSpPr>
          <p:cNvPr id="87" name="Google Shape;87;p2"/>
          <p:cNvSpPr/>
          <p:nvPr/>
        </p:nvSpPr>
        <p:spPr>
          <a:xfrm>
            <a:off x="4" y="5301907"/>
            <a:ext cx="273600" cy="25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7" y="6252437"/>
            <a:ext cx="273600" cy="25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2"/>
          <p:cNvCxnSpPr/>
          <p:nvPr/>
        </p:nvCxnSpPr>
        <p:spPr>
          <a:xfrm rot="10800000">
            <a:off x="-593490" y="3768094"/>
            <a:ext cx="1132800" cy="389400"/>
          </a:xfrm>
          <a:prstGeom prst="straightConnector1">
            <a:avLst/>
          </a:prstGeom>
          <a:noFill/>
          <a:ln cap="flat" cmpd="dbl" w="508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sx="1000" rotWithShape="0" dist="20000" sy="1000">
              <a:srgbClr val="000000"/>
            </a:outerShdw>
          </a:effectLst>
        </p:spPr>
      </p:cxnSp>
      <p:sp>
        <p:nvSpPr>
          <p:cNvPr id="90" name="Google Shape;90;p2"/>
          <p:cNvSpPr/>
          <p:nvPr/>
        </p:nvSpPr>
        <p:spPr>
          <a:xfrm>
            <a:off x="6" y="5815321"/>
            <a:ext cx="273600" cy="25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11586740" y="257525"/>
            <a:ext cx="1286400" cy="5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&lt;Id name&gt;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11567729" y="954839"/>
            <a:ext cx="1293300" cy="5292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&lt;attribute name&gt;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2"/>
          <p:cNvGrpSpPr/>
          <p:nvPr/>
        </p:nvGrpSpPr>
        <p:grpSpPr>
          <a:xfrm>
            <a:off x="11503962" y="1696998"/>
            <a:ext cx="1413035" cy="512235"/>
            <a:chOff x="556313" y="4827396"/>
            <a:chExt cx="1236900" cy="730200"/>
          </a:xfrm>
        </p:grpSpPr>
        <p:sp>
          <p:nvSpPr>
            <p:cNvPr id="94" name="Google Shape;94;p2"/>
            <p:cNvSpPr/>
            <p:nvPr/>
          </p:nvSpPr>
          <p:spPr>
            <a:xfrm>
              <a:off x="556313" y="4827396"/>
              <a:ext cx="1236900" cy="7302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630975" y="4909162"/>
              <a:ext cx="1087500" cy="567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&lt;multi valued attribute name&gt;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p2"/>
          <p:cNvSpPr/>
          <p:nvPr/>
        </p:nvSpPr>
        <p:spPr>
          <a:xfrm>
            <a:off x="11614686" y="5391513"/>
            <a:ext cx="1191600" cy="608100"/>
          </a:xfrm>
          <a:prstGeom prst="wedgeRoundRectCallout">
            <a:avLst>
              <a:gd fmla="val -37323" name="adj1"/>
              <a:gd fmla="val 106618" name="adj2"/>
              <a:gd fmla="val 16667" name="adj3"/>
            </a:avLst>
          </a:prstGeom>
          <a:solidFill>
            <a:srgbClr val="FFF1B2">
              <a:alpha val="43530"/>
            </a:srgbClr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&lt;annotation&gt;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2"/>
          <p:cNvCxnSpPr/>
          <p:nvPr/>
        </p:nvCxnSpPr>
        <p:spPr>
          <a:xfrm rot="10800000">
            <a:off x="11698781" y="2653177"/>
            <a:ext cx="1132800" cy="38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sx="1000" rotWithShape="0" dist="20000" sy="1000">
              <a:srgbClr val="000000"/>
            </a:outerShdw>
          </a:effectLst>
        </p:spPr>
      </p:cxnSp>
      <p:sp>
        <p:nvSpPr>
          <p:cNvPr id="98" name="Google Shape;98;p2"/>
          <p:cNvSpPr txBox="1"/>
          <p:nvPr/>
        </p:nvSpPr>
        <p:spPr>
          <a:xfrm>
            <a:off x="-97754" y="4359166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2"/>
          <p:cNvGrpSpPr/>
          <p:nvPr/>
        </p:nvGrpSpPr>
        <p:grpSpPr>
          <a:xfrm>
            <a:off x="-850135" y="1681958"/>
            <a:ext cx="1769830" cy="601664"/>
            <a:chOff x="259630" y="3076443"/>
            <a:chExt cx="2013000" cy="840900"/>
          </a:xfrm>
        </p:grpSpPr>
        <p:sp>
          <p:nvSpPr>
            <p:cNvPr id="100" name="Google Shape;100;p2"/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370759" y="3128723"/>
              <a:ext cx="1790100" cy="735900"/>
            </a:xfrm>
            <a:prstGeom prst="diamond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&lt;weak relationship type name&gt;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2"/>
          <p:cNvSpPr txBox="1"/>
          <p:nvPr/>
        </p:nvSpPr>
        <p:spPr>
          <a:xfrm>
            <a:off x="-90481" y="4697013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-922153" y="2665163"/>
            <a:ext cx="1790100" cy="563400"/>
          </a:xfrm>
          <a:prstGeom prst="diamond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&lt;relationship type&gt;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ed78e8fd57_0_0"/>
          <p:cNvSpPr/>
          <p:nvPr/>
        </p:nvSpPr>
        <p:spPr>
          <a:xfrm>
            <a:off x="597961" y="218407"/>
            <a:ext cx="1400100" cy="468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&lt;entity type name&gt;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ged78e8fd57_0_0"/>
          <p:cNvGrpSpPr/>
          <p:nvPr/>
        </p:nvGrpSpPr>
        <p:grpSpPr>
          <a:xfrm>
            <a:off x="549167" y="959968"/>
            <a:ext cx="1497900" cy="586200"/>
            <a:chOff x="-2693116" y="2284388"/>
            <a:chExt cx="1497900" cy="586200"/>
          </a:xfrm>
        </p:grpSpPr>
        <p:sp>
          <p:nvSpPr>
            <p:cNvPr id="110" name="Google Shape;110;ged78e8fd57_0_0"/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ged78e8fd57_0_0"/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&lt;weak entity type name&gt;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2" name="Google Shape;112;ged78e8fd57_0_0"/>
          <p:cNvCxnSpPr/>
          <p:nvPr/>
        </p:nvCxnSpPr>
        <p:spPr>
          <a:xfrm rot="10800000">
            <a:off x="865391" y="3465918"/>
            <a:ext cx="1132800" cy="38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sx="1000" rotWithShape="0" dist="20000" sy="1000">
              <a:srgbClr val="000000"/>
            </a:outerShdw>
          </a:effectLst>
        </p:spPr>
      </p:cxnSp>
      <p:sp>
        <p:nvSpPr>
          <p:cNvPr id="113" name="Google Shape;113;ged78e8fd57_0_0"/>
          <p:cNvSpPr/>
          <p:nvPr/>
        </p:nvSpPr>
        <p:spPr>
          <a:xfrm>
            <a:off x="1803054" y="5402370"/>
            <a:ext cx="273600" cy="25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ed78e8fd57_0_0"/>
          <p:cNvSpPr/>
          <p:nvPr/>
        </p:nvSpPr>
        <p:spPr>
          <a:xfrm>
            <a:off x="1789407" y="6385500"/>
            <a:ext cx="273600" cy="25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ged78e8fd57_0_0"/>
          <p:cNvCxnSpPr/>
          <p:nvPr/>
        </p:nvCxnSpPr>
        <p:spPr>
          <a:xfrm rot="10800000">
            <a:off x="772285" y="3704718"/>
            <a:ext cx="1132800" cy="389400"/>
          </a:xfrm>
          <a:prstGeom prst="straightConnector1">
            <a:avLst/>
          </a:prstGeom>
          <a:noFill/>
          <a:ln cap="flat" cmpd="dbl" w="508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sx="1000" rotWithShape="0" dist="20000" sy="1000">
              <a:srgbClr val="000000"/>
            </a:outerShdw>
          </a:effectLst>
        </p:spPr>
      </p:cxnSp>
      <p:sp>
        <p:nvSpPr>
          <p:cNvPr id="116" name="Google Shape;116;ged78e8fd57_0_0"/>
          <p:cNvSpPr/>
          <p:nvPr/>
        </p:nvSpPr>
        <p:spPr>
          <a:xfrm>
            <a:off x="1789406" y="5925234"/>
            <a:ext cx="273600" cy="25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ed78e8fd57_0_0"/>
          <p:cNvSpPr/>
          <p:nvPr/>
        </p:nvSpPr>
        <p:spPr>
          <a:xfrm>
            <a:off x="3068940" y="343625"/>
            <a:ext cx="1286400" cy="5445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&lt;Id name&gt;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ed78e8fd57_0_0"/>
          <p:cNvSpPr/>
          <p:nvPr/>
        </p:nvSpPr>
        <p:spPr>
          <a:xfrm>
            <a:off x="3049929" y="1040939"/>
            <a:ext cx="1293300" cy="5292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&lt;attribute name&gt;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ged78e8fd57_0_0"/>
          <p:cNvGrpSpPr/>
          <p:nvPr/>
        </p:nvGrpSpPr>
        <p:grpSpPr>
          <a:xfrm>
            <a:off x="2986162" y="1783098"/>
            <a:ext cx="1413035" cy="512235"/>
            <a:chOff x="556313" y="4827396"/>
            <a:chExt cx="1236900" cy="730200"/>
          </a:xfrm>
        </p:grpSpPr>
        <p:sp>
          <p:nvSpPr>
            <p:cNvPr id="120" name="Google Shape;120;ged78e8fd57_0_0"/>
            <p:cNvSpPr/>
            <p:nvPr/>
          </p:nvSpPr>
          <p:spPr>
            <a:xfrm>
              <a:off x="556313" y="4827396"/>
              <a:ext cx="1236900" cy="7302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ged78e8fd57_0_0"/>
            <p:cNvSpPr/>
            <p:nvPr/>
          </p:nvSpPr>
          <p:spPr>
            <a:xfrm>
              <a:off x="630975" y="4909162"/>
              <a:ext cx="1087500" cy="567300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&lt;multi valued attribute name&gt;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ged78e8fd57_0_0"/>
          <p:cNvSpPr/>
          <p:nvPr/>
        </p:nvSpPr>
        <p:spPr>
          <a:xfrm>
            <a:off x="5233661" y="311813"/>
            <a:ext cx="1191600" cy="608100"/>
          </a:xfrm>
          <a:prstGeom prst="wedgeRoundRectCallout">
            <a:avLst>
              <a:gd fmla="val -37323" name="adj1"/>
              <a:gd fmla="val 106618" name="adj2"/>
              <a:gd fmla="val 16667" name="adj3"/>
            </a:avLst>
          </a:prstGeom>
          <a:solidFill>
            <a:srgbClr val="FFF1B2">
              <a:alpha val="43529"/>
            </a:srgbClr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&lt;annotation&gt;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ged78e8fd57_0_0"/>
          <p:cNvCxnSpPr/>
          <p:nvPr/>
        </p:nvCxnSpPr>
        <p:spPr>
          <a:xfrm rot="10800000">
            <a:off x="3180981" y="2739277"/>
            <a:ext cx="1132800" cy="389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sx="1000" rotWithShape="0" dist="20000" sy="1000">
              <a:srgbClr val="000000"/>
            </a:outerShdw>
          </a:effectLst>
        </p:spPr>
      </p:cxnSp>
      <p:sp>
        <p:nvSpPr>
          <p:cNvPr id="124" name="Google Shape;124;ged78e8fd57_0_0"/>
          <p:cNvSpPr txBox="1"/>
          <p:nvPr/>
        </p:nvSpPr>
        <p:spPr>
          <a:xfrm>
            <a:off x="1769271" y="4427004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ed78e8fd57_0_0"/>
          <p:cNvSpPr/>
          <p:nvPr/>
        </p:nvSpPr>
        <p:spPr>
          <a:xfrm>
            <a:off x="481522" y="2631388"/>
            <a:ext cx="1790100" cy="563400"/>
          </a:xfrm>
          <a:prstGeom prst="diamond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&lt;relationship type&gt;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ged78e8fd57_0_0"/>
          <p:cNvGrpSpPr/>
          <p:nvPr/>
        </p:nvGrpSpPr>
        <p:grpSpPr>
          <a:xfrm>
            <a:off x="501665" y="1776548"/>
            <a:ext cx="1769830" cy="601664"/>
            <a:chOff x="259630" y="3076443"/>
            <a:chExt cx="2013000" cy="840900"/>
          </a:xfrm>
        </p:grpSpPr>
        <p:sp>
          <p:nvSpPr>
            <p:cNvPr id="127" name="Google Shape;127;ged78e8fd57_0_0"/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ged78e8fd57_0_0"/>
            <p:cNvSpPr/>
            <p:nvPr/>
          </p:nvSpPr>
          <p:spPr>
            <a:xfrm>
              <a:off x="370759" y="3128723"/>
              <a:ext cx="1790100" cy="735900"/>
            </a:xfrm>
            <a:prstGeom prst="diamond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&lt;weak relationship type name&gt;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ged78e8fd57_0_0"/>
          <p:cNvSpPr txBox="1"/>
          <p:nvPr/>
        </p:nvSpPr>
        <p:spPr>
          <a:xfrm>
            <a:off x="1796594" y="4791575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2020-09-07T10:33:29Z</dcterms:created>
  <dc:creator>Mike Boyle</dc:creator>
</cp:coreProperties>
</file>